
<file path=[Content_Types].xml><?xml version="1.0" encoding="utf-8"?>
<Types xmlns="http://schemas.openxmlformats.org/package/2006/content-types">
  <Default Extension="jpg" ContentType="image/jpeg"/>
  <Default Extension="mp3" ContentType="audio/m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0" r:id="rId5"/>
    <p:sldMasterId id="2147483652" r:id="rId6"/>
    <p:sldMasterId id="2147483654" r:id="rId7"/>
    <p:sldMasterId id="2147483656" r:id="rId8"/>
    <p:sldMasterId id="2147483658" r:id="rId9"/>
  </p:sldMasterIdLst>
  <p:notesMasterIdLst>
    <p:notesMasterId r:id="rId18"/>
  </p:notesMasterIdLst>
  <p:handoutMasterIdLst>
    <p:handoutMasterId r:id="rId19"/>
  </p:handoutMasterIdLst>
  <p:sldIdLst>
    <p:sldId id="256" r:id="rId10"/>
    <p:sldId id="258" r:id="rId11"/>
    <p:sldId id="263" r:id="rId12"/>
    <p:sldId id="264" r:id="rId13"/>
    <p:sldId id="265" r:id="rId14"/>
    <p:sldId id="266" r:id="rId15"/>
    <p:sldId id="267" r:id="rId16"/>
    <p:sldId id="268" r:id="rId17"/>
  </p:sldIdLst>
  <p:sldSz cx="10058400" cy="15544800"/>
  <p:notesSz cx="6858000" cy="9144000"/>
  <p:defaultTextStyle>
    <a:defPPr rtl="0">
      <a:defRPr lang="ru-RU"/>
    </a:defPPr>
    <a:lvl1pPr marL="0" algn="l" defTabSz="914400" rtl="0" eaLnBrk="1" latinLnBrk="0" hangingPunct="1">
      <a:defRPr lang="ru-RU" sz="1800" kern="1200">
        <a:solidFill>
          <a:schemeClr val="tx1"/>
        </a:solidFill>
        <a:latin typeface="+mn-lt"/>
        <a:ea typeface="+mn-ea"/>
        <a:cs typeface="+mn-cs"/>
      </a:defRPr>
    </a:lvl1pPr>
    <a:lvl2pPr marL="457200" algn="l" defTabSz="914400" rtl="0" eaLnBrk="1" latinLnBrk="0" hangingPunct="1">
      <a:defRPr lang="ru-RU" sz="1800" kern="1200">
        <a:solidFill>
          <a:schemeClr val="tx1"/>
        </a:solidFill>
        <a:latin typeface="+mn-lt"/>
        <a:ea typeface="+mn-ea"/>
        <a:cs typeface="+mn-cs"/>
      </a:defRPr>
    </a:lvl2pPr>
    <a:lvl3pPr marL="914400" algn="l" defTabSz="914400" rtl="0" eaLnBrk="1" latinLnBrk="0" hangingPunct="1">
      <a:defRPr lang="ru-RU" sz="1800" kern="1200">
        <a:solidFill>
          <a:schemeClr val="tx1"/>
        </a:solidFill>
        <a:latin typeface="+mn-lt"/>
        <a:ea typeface="+mn-ea"/>
        <a:cs typeface="+mn-cs"/>
      </a:defRPr>
    </a:lvl3pPr>
    <a:lvl4pPr marL="1371600" algn="l" defTabSz="914400" rtl="0" eaLnBrk="1" latinLnBrk="0" hangingPunct="1">
      <a:defRPr lang="ru-RU" sz="1800" kern="1200">
        <a:solidFill>
          <a:schemeClr val="tx1"/>
        </a:solidFill>
        <a:latin typeface="+mn-lt"/>
        <a:ea typeface="+mn-ea"/>
        <a:cs typeface="+mn-cs"/>
      </a:defRPr>
    </a:lvl4pPr>
    <a:lvl5pPr marL="1828800" algn="l" defTabSz="914400" rtl="0" eaLnBrk="1" latinLnBrk="0" hangingPunct="1">
      <a:defRPr lang="ru-RU" sz="1800" kern="1200">
        <a:solidFill>
          <a:schemeClr val="tx1"/>
        </a:solidFill>
        <a:latin typeface="+mn-lt"/>
        <a:ea typeface="+mn-ea"/>
        <a:cs typeface="+mn-cs"/>
      </a:defRPr>
    </a:lvl5pPr>
    <a:lvl6pPr marL="2286000" algn="l" defTabSz="914400" rtl="0" eaLnBrk="1" latinLnBrk="0" hangingPunct="1">
      <a:defRPr lang="ru-RU" sz="1800" kern="1200">
        <a:solidFill>
          <a:schemeClr val="tx1"/>
        </a:solidFill>
        <a:latin typeface="+mn-lt"/>
        <a:ea typeface="+mn-ea"/>
        <a:cs typeface="+mn-cs"/>
      </a:defRPr>
    </a:lvl6pPr>
    <a:lvl7pPr marL="2743200" algn="l" defTabSz="914400" rtl="0" eaLnBrk="1" latinLnBrk="0" hangingPunct="1">
      <a:defRPr lang="ru-RU" sz="1800" kern="1200">
        <a:solidFill>
          <a:schemeClr val="tx1"/>
        </a:solidFill>
        <a:latin typeface="+mn-lt"/>
        <a:ea typeface="+mn-ea"/>
        <a:cs typeface="+mn-cs"/>
      </a:defRPr>
    </a:lvl7pPr>
    <a:lvl8pPr marL="3200400" algn="l" defTabSz="914400" rtl="0" eaLnBrk="1" latinLnBrk="0" hangingPunct="1">
      <a:defRPr lang="ru-RU" sz="1800" kern="1200">
        <a:solidFill>
          <a:schemeClr val="tx1"/>
        </a:solidFill>
        <a:latin typeface="+mn-lt"/>
        <a:ea typeface="+mn-ea"/>
        <a:cs typeface="+mn-cs"/>
      </a:defRPr>
    </a:lvl8pPr>
    <a:lvl9pPr marL="3657600" algn="l" defTabSz="914400" rtl="0" eaLnBrk="1" latinLnBrk="0" hangingPunct="1">
      <a:defRPr lang="ru-RU"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4896" userDrawn="1">
          <p15:clr>
            <a:srgbClr val="A4A3A4"/>
          </p15:clr>
        </p15:guide>
        <p15:guide id="4" pos="316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49" autoAdjust="0"/>
  </p:normalViewPr>
  <p:slideViewPr>
    <p:cSldViewPr snapToGrid="0">
      <p:cViewPr>
        <p:scale>
          <a:sx n="66" d="100"/>
          <a:sy n="66" d="100"/>
        </p:scale>
        <p:origin x="1296" y="32"/>
      </p:cViewPr>
      <p:guideLst>
        <p:guide orient="horz" pos="4896"/>
        <p:guide pos="3168"/>
      </p:guideLst>
    </p:cSldViewPr>
  </p:slideViewPr>
  <p:notesTextViewPr>
    <p:cViewPr>
      <p:scale>
        <a:sx n="1" d="1"/>
        <a:sy n="1" d="1"/>
      </p:scale>
      <p:origin x="0" y="0"/>
    </p:cViewPr>
  </p:notesTextViewPr>
  <p:notesViewPr>
    <p:cSldViewPr snapToGrid="0">
      <p:cViewPr varScale="1">
        <p:scale>
          <a:sx n="85" d="100"/>
          <a:sy n="85" d="100"/>
        </p:scale>
        <p:origin x="3138"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tableStyles" Target="tableStyles.xml"/><Relationship Id="rId10" Type="http://schemas.openxmlformats.org/officeDocument/2006/relationships/slide" Target="slides/slide1.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F7CEA0DD-CB2B-EB3B-8193-5CF144C93D0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ru-RU" sz="1200"/>
            </a:lvl1pPr>
          </a:lstStyle>
          <a:p>
            <a:pPr rtl="0"/>
            <a:endParaRPr lang="ru-RU" dirty="0"/>
          </a:p>
        </p:txBody>
      </p:sp>
      <p:sp>
        <p:nvSpPr>
          <p:cNvPr id="3" name="Дата 2">
            <a:extLst>
              <a:ext uri="{FF2B5EF4-FFF2-40B4-BE49-F238E27FC236}">
                <a16:creationId xmlns:a16="http://schemas.microsoft.com/office/drawing/2014/main" id="{BB839D04-E6CB-19A4-3FCA-97FFEF1400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ru-RU" sz="1200"/>
            </a:lvl1pPr>
          </a:lstStyle>
          <a:p>
            <a:pPr rtl="0"/>
            <a:fld id="{67EA2034-547B-43EB-8D1B-A5F4AC8EA86C}" type="datetime1">
              <a:rPr lang="ru-RU" smtClean="0"/>
              <a:t>23.09.2026</a:t>
            </a:fld>
            <a:endParaRPr lang="ru-RU" dirty="0"/>
          </a:p>
        </p:txBody>
      </p:sp>
      <p:sp>
        <p:nvSpPr>
          <p:cNvPr id="4" name="Нижний колонтитул 3">
            <a:extLst>
              <a:ext uri="{FF2B5EF4-FFF2-40B4-BE49-F238E27FC236}">
                <a16:creationId xmlns:a16="http://schemas.microsoft.com/office/drawing/2014/main" id="{0B41D44F-BBF5-F927-C7A8-03F1D1FB4F0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ru-RU" sz="1200"/>
            </a:lvl1pPr>
          </a:lstStyle>
          <a:p>
            <a:pPr rtl="0"/>
            <a:endParaRPr lang="ru-RU" dirty="0"/>
          </a:p>
        </p:txBody>
      </p:sp>
      <p:sp>
        <p:nvSpPr>
          <p:cNvPr id="5" name="Номер слайда 4">
            <a:extLst>
              <a:ext uri="{FF2B5EF4-FFF2-40B4-BE49-F238E27FC236}">
                <a16:creationId xmlns:a16="http://schemas.microsoft.com/office/drawing/2014/main" id="{398A8559-1F7C-3700-3A30-135EA7CBDF3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ru-RU" sz="1200"/>
            </a:lvl1pPr>
          </a:lstStyle>
          <a:p>
            <a:pPr rtl="0"/>
            <a:fld id="{7659EF51-F56F-49EE-B799-8A9CB979A20D}" type="slidenum">
              <a:rPr lang="ru-RU" smtClean="0"/>
              <a:t>‹#›</a:t>
            </a:fld>
            <a:endParaRPr lang="ru-RU" dirty="0"/>
          </a:p>
        </p:txBody>
      </p:sp>
    </p:spTree>
    <p:extLst>
      <p:ext uri="{BB962C8B-B14F-4D97-AF65-F5344CB8AC3E}">
        <p14:creationId xmlns:p14="http://schemas.microsoft.com/office/powerpoint/2010/main" val="35613862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ru-RU" sz="1200"/>
            </a:lvl1pPr>
          </a:lstStyle>
          <a:p>
            <a:pPr rtl="0"/>
            <a:endParaRPr lang="ru-RU" noProof="0" dirty="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ru-RU" sz="1200"/>
            </a:lvl1pPr>
          </a:lstStyle>
          <a:p>
            <a:fld id="{1281C1B3-5A5A-4256-B574-602BB2634E6B}" type="datetime1">
              <a:rPr lang="ru-RU" smtClean="0"/>
              <a:pPr/>
              <a:t>23.09.2026</a:t>
            </a:fld>
            <a:endParaRPr lang="ru-RU" dirty="0"/>
          </a:p>
        </p:txBody>
      </p:sp>
      <p:sp>
        <p:nvSpPr>
          <p:cNvPr id="4" name="Образ слайда 3"/>
          <p:cNvSpPr>
            <a:spLocks noGrp="1" noRot="1" noChangeAspect="1"/>
          </p:cNvSpPr>
          <p:nvPr>
            <p:ph type="sldImg" idx="2"/>
          </p:nvPr>
        </p:nvSpPr>
        <p:spPr>
          <a:xfrm>
            <a:off x="2430463" y="1143000"/>
            <a:ext cx="1997075" cy="3086100"/>
          </a:xfrm>
          <a:prstGeom prst="rect">
            <a:avLst/>
          </a:prstGeom>
          <a:noFill/>
          <a:ln w="12700">
            <a:solidFill>
              <a:prstClr val="black"/>
            </a:solidFill>
          </a:ln>
        </p:spPr>
        <p:txBody>
          <a:bodyPr vert="horz" lIns="91440" tIns="45720" rIns="91440" bIns="45720" rtlCol="0" anchor="ctr"/>
          <a:lstStyle>
            <a:defPPr>
              <a:defRPr lang="ru-RU"/>
            </a:defPPr>
          </a:lstStyle>
          <a:p>
            <a:pPr rtl="0"/>
            <a:endParaRPr lang="ru-RU" noProof="0" dirty="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ru-RU"/>
            </a:defPPr>
          </a:lstStyle>
          <a:p>
            <a:pPr lvl="0" rtl="0"/>
            <a:r>
              <a:rPr lang="ru-RU" noProof="0" dirty="0"/>
              <a:t>Щелкните, чтобы изменить стили текста образца слайда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ru-RU" sz="1200"/>
            </a:lvl1pPr>
          </a:lstStyle>
          <a:p>
            <a:pPr rtl="0"/>
            <a:endParaRPr lang="ru-RU" noProof="0" dirty="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ru-RU" sz="1200"/>
            </a:lvl1pPr>
          </a:lstStyle>
          <a:p>
            <a:pPr rtl="0"/>
            <a:fld id="{CD0A1A30-CFB3-424C-90DC-1A0B861E07F4}" type="slidenum">
              <a:rPr lang="ru-RU" noProof="0" smtClean="0"/>
              <a:t>‹#›</a:t>
            </a:fld>
            <a:endParaRPr lang="ru-RU" noProof="0" dirty="0"/>
          </a:p>
        </p:txBody>
      </p:sp>
    </p:spTree>
    <p:extLst>
      <p:ext uri="{BB962C8B-B14F-4D97-AF65-F5344CB8AC3E}">
        <p14:creationId xmlns:p14="http://schemas.microsoft.com/office/powerpoint/2010/main" val="3688984104"/>
      </p:ext>
    </p:extLst>
  </p:cSld>
  <p:clrMap bg1="lt1" tx1="dk1" bg2="lt2" tx2="dk2" accent1="accent1" accent2="accent2" accent3="accent3" accent4="accent4" accent5="accent5" accent6="accent6" hlink="hlink" folHlink="folHlink"/>
  <p:notesStyle>
    <a:lvl1pPr marL="0" algn="l" defTabSz="914400" rtl="0" eaLnBrk="1" latinLnBrk="0" hangingPunct="1">
      <a:defRPr lang="ru-RU" sz="1200" kern="1200">
        <a:solidFill>
          <a:schemeClr val="tx1"/>
        </a:solidFill>
        <a:latin typeface="+mn-lt"/>
        <a:ea typeface="+mn-ea"/>
        <a:cs typeface="+mn-cs"/>
      </a:defRPr>
    </a:lvl1pPr>
    <a:lvl2pPr marL="457200" algn="l" defTabSz="914400" rtl="0" eaLnBrk="1" latinLnBrk="0" hangingPunct="1">
      <a:defRPr lang="ru-RU" sz="1200" kern="1200">
        <a:solidFill>
          <a:schemeClr val="tx1"/>
        </a:solidFill>
        <a:latin typeface="+mn-lt"/>
        <a:ea typeface="+mn-ea"/>
        <a:cs typeface="+mn-cs"/>
      </a:defRPr>
    </a:lvl2pPr>
    <a:lvl3pPr marL="914400" algn="l" defTabSz="914400" rtl="0" eaLnBrk="1" latinLnBrk="0" hangingPunct="1">
      <a:defRPr lang="ru-RU" sz="1200" kern="1200">
        <a:solidFill>
          <a:schemeClr val="tx1"/>
        </a:solidFill>
        <a:latin typeface="+mn-lt"/>
        <a:ea typeface="+mn-ea"/>
        <a:cs typeface="+mn-cs"/>
      </a:defRPr>
    </a:lvl3pPr>
    <a:lvl4pPr marL="1371600" algn="l" defTabSz="914400" rtl="0" eaLnBrk="1" latinLnBrk="0" hangingPunct="1">
      <a:defRPr lang="ru-RU" sz="1200" kern="1200">
        <a:solidFill>
          <a:schemeClr val="tx1"/>
        </a:solidFill>
        <a:latin typeface="+mn-lt"/>
        <a:ea typeface="+mn-ea"/>
        <a:cs typeface="+mn-cs"/>
      </a:defRPr>
    </a:lvl4pPr>
    <a:lvl5pPr marL="1828800" algn="l" defTabSz="914400" rtl="0" eaLnBrk="1" latinLnBrk="0" hangingPunct="1">
      <a:defRPr lang="ru-RU" sz="1200" kern="1200">
        <a:solidFill>
          <a:schemeClr val="tx1"/>
        </a:solidFill>
        <a:latin typeface="+mn-lt"/>
        <a:ea typeface="+mn-ea"/>
        <a:cs typeface="+mn-cs"/>
      </a:defRPr>
    </a:lvl5pPr>
    <a:lvl6pPr marL="2286000" algn="l" defTabSz="914400" rtl="0" eaLnBrk="1" latinLnBrk="0" hangingPunct="1">
      <a:defRPr lang="ru-RU" sz="1200" kern="1200">
        <a:solidFill>
          <a:schemeClr val="tx1"/>
        </a:solidFill>
        <a:latin typeface="+mn-lt"/>
        <a:ea typeface="+mn-ea"/>
        <a:cs typeface="+mn-cs"/>
      </a:defRPr>
    </a:lvl6pPr>
    <a:lvl7pPr marL="2743200" algn="l" defTabSz="914400" rtl="0" eaLnBrk="1" latinLnBrk="0" hangingPunct="1">
      <a:defRPr lang="ru-RU" sz="1200" kern="1200">
        <a:solidFill>
          <a:schemeClr val="tx1"/>
        </a:solidFill>
        <a:latin typeface="+mn-lt"/>
        <a:ea typeface="+mn-ea"/>
        <a:cs typeface="+mn-cs"/>
      </a:defRPr>
    </a:lvl7pPr>
    <a:lvl8pPr marL="3200400" algn="l" defTabSz="914400" rtl="0" eaLnBrk="1" latinLnBrk="0" hangingPunct="1">
      <a:defRPr lang="ru-RU" sz="1200" kern="1200">
        <a:solidFill>
          <a:schemeClr val="tx1"/>
        </a:solidFill>
        <a:latin typeface="+mn-lt"/>
        <a:ea typeface="+mn-ea"/>
        <a:cs typeface="+mn-cs"/>
      </a:defRPr>
    </a:lvl8pPr>
    <a:lvl9pPr marL="3657600" algn="l" defTabSz="914400" rtl="0" eaLnBrk="1" latinLnBrk="0" hangingPunct="1">
      <a:defRPr lang="ru-RU"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defPPr>
              <a:defRPr lang="ru-RU"/>
            </a:defPPr>
          </a:lstStyle>
          <a:p>
            <a:pPr rtl="0"/>
            <a:endParaRPr lang="ru-RU" dirty="0"/>
          </a:p>
        </p:txBody>
      </p:sp>
      <p:sp>
        <p:nvSpPr>
          <p:cNvPr id="4" name="Номер слайда 3"/>
          <p:cNvSpPr>
            <a:spLocks noGrp="1"/>
          </p:cNvSpPr>
          <p:nvPr>
            <p:ph type="sldNum" sz="quarter" idx="5"/>
          </p:nvPr>
        </p:nvSpPr>
        <p:spPr/>
        <p:txBody>
          <a:bodyPr rtlCol="0"/>
          <a:lstStyle>
            <a:defPPr>
              <a:defRPr lang="ru-RU"/>
            </a:defPPr>
          </a:lstStyle>
          <a:p>
            <a:pPr rtl="0"/>
            <a:fld id="{CD0A1A30-CFB3-424C-90DC-1A0B861E07F4}" type="slidenum">
              <a:rPr lang="ru-RU" smtClean="0"/>
              <a:t>1</a:t>
            </a:fld>
            <a:endParaRPr lang="ru-RU" dirty="0"/>
          </a:p>
        </p:txBody>
      </p:sp>
    </p:spTree>
    <p:extLst>
      <p:ext uri="{BB962C8B-B14F-4D97-AF65-F5344CB8AC3E}">
        <p14:creationId xmlns:p14="http://schemas.microsoft.com/office/powerpoint/2010/main" val="2488714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defPPr>
              <a:defRPr lang="ru-RU"/>
            </a:defPPr>
          </a:lstStyle>
          <a:p>
            <a:pPr rtl="0"/>
            <a:endParaRPr lang="ru-RU" dirty="0"/>
          </a:p>
        </p:txBody>
      </p:sp>
      <p:sp>
        <p:nvSpPr>
          <p:cNvPr id="4" name="Номер слайда 3"/>
          <p:cNvSpPr>
            <a:spLocks noGrp="1"/>
          </p:cNvSpPr>
          <p:nvPr>
            <p:ph type="sldNum" sz="quarter" idx="5"/>
          </p:nvPr>
        </p:nvSpPr>
        <p:spPr/>
        <p:txBody>
          <a:bodyPr rtlCol="0"/>
          <a:lstStyle>
            <a:defPPr>
              <a:defRPr lang="ru-RU"/>
            </a:defPPr>
          </a:lstStyle>
          <a:p>
            <a:pPr rtl="0"/>
            <a:fld id="{CD0A1A30-CFB3-424C-90DC-1A0B861E07F4}" type="slidenum">
              <a:rPr lang="ru-RU" smtClean="0"/>
              <a:t>2</a:t>
            </a:fld>
            <a:endParaRPr lang="ru-RU"/>
          </a:p>
        </p:txBody>
      </p:sp>
    </p:spTree>
    <p:extLst>
      <p:ext uri="{BB962C8B-B14F-4D97-AF65-F5344CB8AC3E}">
        <p14:creationId xmlns:p14="http://schemas.microsoft.com/office/powerpoint/2010/main" val="852363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FCC08-9F24-1C54-0A55-A3DEE8683AFE}"/>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D77556F9-333B-9EBD-3DB0-856F0762BB85}"/>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6D59D025-7C8A-86D2-8D92-13DA344EAA13}"/>
              </a:ext>
            </a:extLst>
          </p:cNvPr>
          <p:cNvSpPr>
            <a:spLocks noGrp="1"/>
          </p:cNvSpPr>
          <p:nvPr>
            <p:ph type="body" idx="1"/>
          </p:nvPr>
        </p:nvSpPr>
        <p:spPr/>
        <p:txBody>
          <a:bodyPr rtlCol="0"/>
          <a:lstStyle>
            <a:defPPr>
              <a:defRPr lang="ru-RU"/>
            </a:defPPr>
          </a:lstStyle>
          <a:p>
            <a:pPr rtl="0"/>
            <a:endParaRPr lang="ru-RU" dirty="0"/>
          </a:p>
        </p:txBody>
      </p:sp>
      <p:sp>
        <p:nvSpPr>
          <p:cNvPr id="4" name="Номер слайда 3">
            <a:extLst>
              <a:ext uri="{FF2B5EF4-FFF2-40B4-BE49-F238E27FC236}">
                <a16:creationId xmlns:a16="http://schemas.microsoft.com/office/drawing/2014/main" id="{39C94B7D-8CD1-CA56-9FF9-2C3B0CEF74FD}"/>
              </a:ext>
            </a:extLst>
          </p:cNvPr>
          <p:cNvSpPr>
            <a:spLocks noGrp="1"/>
          </p:cNvSpPr>
          <p:nvPr>
            <p:ph type="sldNum" sz="quarter" idx="5"/>
          </p:nvPr>
        </p:nvSpPr>
        <p:spPr/>
        <p:txBody>
          <a:bodyPr rtlCol="0"/>
          <a:lstStyle>
            <a:defPPr>
              <a:defRPr lang="ru-RU"/>
            </a:defPPr>
          </a:lstStyle>
          <a:p>
            <a:pPr rtl="0"/>
            <a:fld id="{CD0A1A30-CFB3-424C-90DC-1A0B861E07F4}" type="slidenum">
              <a:rPr lang="ru-RU" smtClean="0"/>
              <a:t>8</a:t>
            </a:fld>
            <a:endParaRPr lang="ru-RU" dirty="0"/>
          </a:p>
        </p:txBody>
      </p:sp>
    </p:spTree>
    <p:extLst>
      <p:ext uri="{BB962C8B-B14F-4D97-AF65-F5344CB8AC3E}">
        <p14:creationId xmlns:p14="http://schemas.microsoft.com/office/powerpoint/2010/main" val="42123104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svg"/><Relationship Id="rId1" Type="http://schemas.openxmlformats.org/officeDocument/2006/relationships/slideMaster" Target="../slideMasters/slideMaster4.xml"/><Relationship Id="rId6" Type="http://schemas.openxmlformats.org/officeDocument/2006/relationships/image" Target="../media/image13.svg"/><Relationship Id="rId5" Type="http://schemas.openxmlformats.org/officeDocument/2006/relationships/image" Target="../media/image12.sv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image" Target="../media/image19.svg"/><Relationship Id="rId1" Type="http://schemas.openxmlformats.org/officeDocument/2006/relationships/slideMaster" Target="../slideMasters/slideMaster6.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bg>
      <p:bgPr>
        <a:solidFill>
          <a:schemeClr val="tx1"/>
        </a:solidFill>
        <a:effectLst/>
      </p:bgPr>
    </p:bg>
    <p:spTree>
      <p:nvGrpSpPr>
        <p:cNvPr id="1" name=""/>
        <p:cNvGrpSpPr/>
        <p:nvPr/>
      </p:nvGrpSpPr>
      <p:grpSpPr>
        <a:xfrm>
          <a:off x="0" y="0"/>
          <a:ext cx="0" cy="0"/>
          <a:chOff x="0" y="0"/>
          <a:chExt cx="0" cy="0"/>
        </a:xfrm>
      </p:grpSpPr>
      <p:pic>
        <p:nvPicPr>
          <p:cNvPr id="9" name="Графический объект 8">
            <a:extLst>
              <a:ext uri="{FF2B5EF4-FFF2-40B4-BE49-F238E27FC236}">
                <a16:creationId xmlns:a16="http://schemas.microsoft.com/office/drawing/2014/main" id="{F3B7A91E-273E-4689-B529-A914180EB2F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242800" y="2061301"/>
            <a:ext cx="7815600" cy="13483499"/>
          </a:xfrm>
          <a:prstGeom prst="rect">
            <a:avLst/>
          </a:prstGeom>
        </p:spPr>
      </p:pic>
      <p:sp>
        <p:nvSpPr>
          <p:cNvPr id="2" name="Заголовок 1">
            <a:extLst>
              <a:ext uri="{FF2B5EF4-FFF2-40B4-BE49-F238E27FC236}">
                <a16:creationId xmlns:a16="http://schemas.microsoft.com/office/drawing/2014/main" id="{5A6CF687-F218-4913-9F01-2223E053ABEC}"/>
              </a:ext>
            </a:extLst>
          </p:cNvPr>
          <p:cNvSpPr>
            <a:spLocks noGrp="1"/>
          </p:cNvSpPr>
          <p:nvPr>
            <p:ph type="ctrTitle" hasCustomPrompt="1"/>
          </p:nvPr>
        </p:nvSpPr>
        <p:spPr>
          <a:xfrm>
            <a:off x="1004887" y="8608171"/>
            <a:ext cx="8109585" cy="3261996"/>
          </a:xfrm>
        </p:spPr>
        <p:txBody>
          <a:bodyPr rtlCol="0" anchor="b">
            <a:noAutofit/>
          </a:bodyPr>
          <a:lstStyle>
            <a:lvl1pPr algn="ctr">
              <a:defRPr lang="ru-RU" sz="20500" b="1">
                <a:solidFill>
                  <a:schemeClr val="bg1"/>
                </a:solidFill>
                <a:effectLst>
                  <a:outerShdw dist="38100" dir="2700000" sx="102000" sy="102000" algn="tl" rotWithShape="0">
                    <a:prstClr val="black"/>
                  </a:outerShdw>
                </a:effectLst>
              </a:defRPr>
            </a:lvl1pPr>
          </a:lstStyle>
          <a:p>
            <a:pPr rtl="0"/>
            <a:r>
              <a:rPr lang="ru-RU" noProof="0" dirty="0"/>
              <a:t>НЕТ</a:t>
            </a:r>
          </a:p>
        </p:txBody>
      </p:sp>
      <p:sp>
        <p:nvSpPr>
          <p:cNvPr id="3" name="Подзаголовок 2">
            <a:extLst>
              <a:ext uri="{FF2B5EF4-FFF2-40B4-BE49-F238E27FC236}">
                <a16:creationId xmlns:a16="http://schemas.microsoft.com/office/drawing/2014/main" id="{4F6F5B7F-A5CF-4F81-A323-E76E2A59CFF6}"/>
              </a:ext>
            </a:extLst>
          </p:cNvPr>
          <p:cNvSpPr>
            <a:spLocks noGrp="1"/>
          </p:cNvSpPr>
          <p:nvPr>
            <p:ph type="subTitle" idx="1" hasCustomPrompt="1"/>
          </p:nvPr>
        </p:nvSpPr>
        <p:spPr>
          <a:xfrm>
            <a:off x="1004887" y="11477078"/>
            <a:ext cx="8109585" cy="1588981"/>
          </a:xfrm>
        </p:spPr>
        <p:txBody>
          <a:bodyPr rtlCol="0">
            <a:normAutofit/>
          </a:bodyPr>
          <a:lstStyle>
            <a:lvl1pPr marL="0" indent="0" algn="ctr">
              <a:buNone/>
              <a:defRPr lang="ru-RU" sz="10500" b="1">
                <a:solidFill>
                  <a:schemeClr val="accent1"/>
                </a:solidFill>
                <a:effectLst>
                  <a:outerShdw dist="25400" dir="2700000" sx="102000" sy="102000" algn="tl" rotWithShape="0">
                    <a:prstClr val="black"/>
                  </a:outerShdw>
                </a:effectLst>
                <a:latin typeface="+mj-lt"/>
              </a:defRPr>
            </a:lvl1pPr>
            <a:lvl2pPr marL="1036335" indent="0" algn="ctr">
              <a:buNone/>
              <a:defRPr lang="ru-RU" sz="4533"/>
            </a:lvl2pPr>
            <a:lvl3pPr marL="2072670" indent="0" algn="ctr">
              <a:buNone/>
              <a:defRPr lang="ru-RU" sz="4080"/>
            </a:lvl3pPr>
            <a:lvl4pPr marL="3109006" indent="0" algn="ctr">
              <a:buNone/>
              <a:defRPr lang="ru-RU" sz="3627"/>
            </a:lvl4pPr>
            <a:lvl5pPr marL="4145341" indent="0" algn="ctr">
              <a:buNone/>
              <a:defRPr lang="ru-RU" sz="3627"/>
            </a:lvl5pPr>
            <a:lvl6pPr marL="5181676" indent="0" algn="ctr">
              <a:buNone/>
              <a:defRPr lang="ru-RU" sz="3627"/>
            </a:lvl6pPr>
            <a:lvl7pPr marL="6218011" indent="0" algn="ctr">
              <a:buNone/>
              <a:defRPr lang="ru-RU" sz="3627"/>
            </a:lvl7pPr>
            <a:lvl8pPr marL="7254347" indent="0" algn="ctr">
              <a:buNone/>
              <a:defRPr lang="ru-RU" sz="3627"/>
            </a:lvl8pPr>
            <a:lvl9pPr marL="8290682" indent="0" algn="ctr">
              <a:buNone/>
              <a:defRPr lang="ru-RU" sz="3627"/>
            </a:lvl9pPr>
          </a:lstStyle>
          <a:p>
            <a:pPr rtl="0"/>
            <a:r>
              <a:rPr lang="ru-RU" noProof="0" dirty="0"/>
              <a:t>ИЗДЕВАТЕЛЬСТВАМ</a:t>
            </a:r>
          </a:p>
        </p:txBody>
      </p:sp>
      <p:grpSp>
        <p:nvGrpSpPr>
          <p:cNvPr id="19" name="Группа 18">
            <a:extLst>
              <a:ext uri="{FF2B5EF4-FFF2-40B4-BE49-F238E27FC236}">
                <a16:creationId xmlns:a16="http://schemas.microsoft.com/office/drawing/2014/main" id="{7277489A-DBBB-4D0F-B4AE-E0C0D5365840}"/>
              </a:ext>
            </a:extLst>
          </p:cNvPr>
          <p:cNvGrpSpPr/>
          <p:nvPr userDrawn="1"/>
        </p:nvGrpSpPr>
        <p:grpSpPr>
          <a:xfrm>
            <a:off x="1510516" y="1304364"/>
            <a:ext cx="7056000" cy="7056000"/>
            <a:chOff x="1510516" y="1304364"/>
            <a:chExt cx="7056000" cy="7056000"/>
          </a:xfrm>
        </p:grpSpPr>
        <p:grpSp>
          <p:nvGrpSpPr>
            <p:cNvPr id="18" name="Группа 17">
              <a:extLst>
                <a:ext uri="{FF2B5EF4-FFF2-40B4-BE49-F238E27FC236}">
                  <a16:creationId xmlns:a16="http://schemas.microsoft.com/office/drawing/2014/main" id="{5CE9419E-D3BB-457E-AF63-E880F37B26E6}"/>
                </a:ext>
              </a:extLst>
            </p:cNvPr>
            <p:cNvGrpSpPr/>
            <p:nvPr userDrawn="1"/>
          </p:nvGrpSpPr>
          <p:grpSpPr>
            <a:xfrm>
              <a:off x="1510516" y="1304364"/>
              <a:ext cx="7056000" cy="7056000"/>
              <a:chOff x="1510516" y="1304364"/>
              <a:chExt cx="7056000" cy="7056000"/>
            </a:xfrm>
          </p:grpSpPr>
          <p:sp>
            <p:nvSpPr>
              <p:cNvPr id="11" name="Овал 10">
                <a:extLst>
                  <a:ext uri="{FF2B5EF4-FFF2-40B4-BE49-F238E27FC236}">
                    <a16:creationId xmlns:a16="http://schemas.microsoft.com/office/drawing/2014/main" id="{5414E8FC-19FD-4F56-AFBC-CDAC7E4AD986}"/>
                  </a:ext>
                </a:extLst>
              </p:cNvPr>
              <p:cNvSpPr/>
              <p:nvPr userDrawn="1"/>
            </p:nvSpPr>
            <p:spPr>
              <a:xfrm>
                <a:off x="1510516" y="1304364"/>
                <a:ext cx="7056000" cy="7056000"/>
              </a:xfrm>
              <a:prstGeom prst="ellipse">
                <a:avLst/>
              </a:prstGeom>
              <a:noFill/>
              <a:ln w="565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stStyle>
              <a:p>
                <a:pPr algn="ctr" rtl="0"/>
                <a:endParaRPr lang="ru-RU" noProof="0" dirty="0"/>
              </a:p>
            </p:txBody>
          </p:sp>
          <p:pic>
            <p:nvPicPr>
              <p:cNvPr id="17" name="Графический объект 16">
                <a:extLst>
                  <a:ext uri="{FF2B5EF4-FFF2-40B4-BE49-F238E27FC236}">
                    <a16:creationId xmlns:a16="http://schemas.microsoft.com/office/drawing/2014/main" id="{99F3AAD7-2741-4F60-B6E1-EF3C4F163A9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36259" y="1541179"/>
                <a:ext cx="6577200" cy="6577200"/>
              </a:xfrm>
              <a:prstGeom prst="rect">
                <a:avLst/>
              </a:prstGeom>
            </p:spPr>
          </p:pic>
        </p:grpSp>
        <p:pic>
          <p:nvPicPr>
            <p:cNvPr id="14" name="Графический объект 13">
              <a:extLst>
                <a:ext uri="{FF2B5EF4-FFF2-40B4-BE49-F238E27FC236}">
                  <a16:creationId xmlns:a16="http://schemas.microsoft.com/office/drawing/2014/main" id="{9A36C022-1C90-4CE6-B40C-C485242C83D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439766" y="2259433"/>
              <a:ext cx="5112000" cy="5112000"/>
            </a:xfrm>
            <a:prstGeom prst="rect">
              <a:avLst/>
            </a:prstGeom>
          </p:spPr>
        </p:pic>
      </p:grpSp>
      <p:sp>
        <p:nvSpPr>
          <p:cNvPr id="21" name="Текст 20">
            <a:extLst>
              <a:ext uri="{FF2B5EF4-FFF2-40B4-BE49-F238E27FC236}">
                <a16:creationId xmlns:a16="http://schemas.microsoft.com/office/drawing/2014/main" id="{2B7684A6-4B20-4CAF-8AA9-829261FD871D}"/>
              </a:ext>
            </a:extLst>
          </p:cNvPr>
          <p:cNvSpPr>
            <a:spLocks noGrp="1"/>
          </p:cNvSpPr>
          <p:nvPr>
            <p:ph type="body" sz="quarter" idx="10" hasCustomPrompt="1"/>
          </p:nvPr>
        </p:nvSpPr>
        <p:spPr>
          <a:xfrm>
            <a:off x="1206593" y="13429953"/>
            <a:ext cx="1036207" cy="573668"/>
          </a:xfrm>
        </p:spPr>
        <p:txBody>
          <a:bodyPr rtlCol="0">
            <a:normAutofit/>
          </a:bodyPr>
          <a:lstStyle>
            <a:lvl1pPr marL="0" indent="0">
              <a:buNone/>
              <a:defRPr lang="ru-RU" sz="4000" b="1">
                <a:solidFill>
                  <a:schemeClr val="bg1"/>
                </a:solidFill>
                <a:latin typeface="+mj-lt"/>
              </a:defRPr>
            </a:lvl1pPr>
          </a:lstStyle>
          <a:p>
            <a:pPr lvl="0" rtl="0"/>
            <a:r>
              <a:rPr lang="ru-RU" noProof="0" dirty="0"/>
              <a:t>20</a:t>
            </a:r>
          </a:p>
        </p:txBody>
      </p:sp>
      <p:sp>
        <p:nvSpPr>
          <p:cNvPr id="22" name="Текст 20">
            <a:extLst>
              <a:ext uri="{FF2B5EF4-FFF2-40B4-BE49-F238E27FC236}">
                <a16:creationId xmlns:a16="http://schemas.microsoft.com/office/drawing/2014/main" id="{9BED2758-C0C3-4BCC-9BB1-0F6F58EC78FC}"/>
              </a:ext>
            </a:extLst>
          </p:cNvPr>
          <p:cNvSpPr>
            <a:spLocks noGrp="1"/>
          </p:cNvSpPr>
          <p:nvPr>
            <p:ph type="body" sz="quarter" idx="11" hasCustomPrompt="1"/>
          </p:nvPr>
        </p:nvSpPr>
        <p:spPr>
          <a:xfrm>
            <a:off x="1206592" y="14003621"/>
            <a:ext cx="1036207" cy="573668"/>
          </a:xfrm>
        </p:spPr>
        <p:txBody>
          <a:bodyPr rtlCol="0">
            <a:normAutofit/>
          </a:bodyPr>
          <a:lstStyle>
            <a:lvl1pPr marL="0" indent="0">
              <a:buNone/>
              <a:defRPr lang="ru-RU" sz="4000" b="1">
                <a:solidFill>
                  <a:schemeClr val="bg1"/>
                </a:solidFill>
                <a:latin typeface="+mj-lt"/>
              </a:defRPr>
            </a:lvl1pPr>
          </a:lstStyle>
          <a:p>
            <a:pPr lvl="0" rtl="0"/>
            <a:r>
              <a:rPr lang="ru-RU" noProof="0" dirty="0"/>
              <a:t>8</a:t>
            </a:r>
          </a:p>
        </p:txBody>
      </p:sp>
      <p:sp>
        <p:nvSpPr>
          <p:cNvPr id="23" name="Текст 20">
            <a:extLst>
              <a:ext uri="{FF2B5EF4-FFF2-40B4-BE49-F238E27FC236}">
                <a16:creationId xmlns:a16="http://schemas.microsoft.com/office/drawing/2014/main" id="{C55B5486-D7AF-41FF-9B6B-08231EE6FFD7}"/>
              </a:ext>
            </a:extLst>
          </p:cNvPr>
          <p:cNvSpPr>
            <a:spLocks noGrp="1"/>
          </p:cNvSpPr>
          <p:nvPr>
            <p:ph type="body" sz="quarter" idx="12" hasCustomPrompt="1"/>
          </p:nvPr>
        </p:nvSpPr>
        <p:spPr>
          <a:xfrm>
            <a:off x="2110214" y="13429953"/>
            <a:ext cx="1542747" cy="573668"/>
          </a:xfrm>
        </p:spPr>
        <p:txBody>
          <a:bodyPr rtlCol="0">
            <a:normAutofit/>
          </a:bodyPr>
          <a:lstStyle>
            <a:lvl1pPr marL="0" indent="0">
              <a:buNone/>
              <a:defRPr lang="ru-RU" sz="4000" b="1">
                <a:solidFill>
                  <a:schemeClr val="accent1"/>
                </a:solidFill>
                <a:latin typeface="+mj-lt"/>
              </a:defRPr>
            </a:lvl1pPr>
          </a:lstStyle>
          <a:p>
            <a:pPr lvl="0" rtl="0"/>
            <a:r>
              <a:rPr lang="ru-RU" noProof="0" dirty="0"/>
              <a:t>Апрель</a:t>
            </a:r>
          </a:p>
        </p:txBody>
      </p:sp>
      <p:sp>
        <p:nvSpPr>
          <p:cNvPr id="24" name="Текст 20">
            <a:extLst>
              <a:ext uri="{FF2B5EF4-FFF2-40B4-BE49-F238E27FC236}">
                <a16:creationId xmlns:a16="http://schemas.microsoft.com/office/drawing/2014/main" id="{A0DAE996-310A-4716-AB4F-3A82FE6086C0}"/>
              </a:ext>
            </a:extLst>
          </p:cNvPr>
          <p:cNvSpPr>
            <a:spLocks noGrp="1"/>
          </p:cNvSpPr>
          <p:nvPr>
            <p:ph type="body" sz="quarter" idx="13" hasCustomPrompt="1"/>
          </p:nvPr>
        </p:nvSpPr>
        <p:spPr>
          <a:xfrm>
            <a:off x="1747144" y="14003621"/>
            <a:ext cx="1421725" cy="573668"/>
          </a:xfrm>
        </p:spPr>
        <p:txBody>
          <a:bodyPr rtlCol="0">
            <a:normAutofit/>
          </a:bodyPr>
          <a:lstStyle>
            <a:lvl1pPr marL="0" indent="0">
              <a:buNone/>
              <a:defRPr lang="ru-RU" sz="4000" b="1">
                <a:solidFill>
                  <a:schemeClr val="accent1"/>
                </a:solidFill>
                <a:latin typeface="+mj-lt"/>
              </a:defRPr>
            </a:lvl1pPr>
          </a:lstStyle>
          <a:p>
            <a:pPr lvl="0" rtl="0"/>
            <a:r>
              <a:rPr lang="ru-RU" noProof="0" dirty="0"/>
              <a:t>00</a:t>
            </a:r>
          </a:p>
        </p:txBody>
      </p:sp>
      <p:sp>
        <p:nvSpPr>
          <p:cNvPr id="25" name="Текст 20">
            <a:extLst>
              <a:ext uri="{FF2B5EF4-FFF2-40B4-BE49-F238E27FC236}">
                <a16:creationId xmlns:a16="http://schemas.microsoft.com/office/drawing/2014/main" id="{75E611F9-D4BD-4307-97DB-0F1787DE50F8}"/>
              </a:ext>
            </a:extLst>
          </p:cNvPr>
          <p:cNvSpPr>
            <a:spLocks noGrp="1"/>
          </p:cNvSpPr>
          <p:nvPr>
            <p:ph type="body" sz="quarter" idx="14" hasCustomPrompt="1"/>
          </p:nvPr>
        </p:nvSpPr>
        <p:spPr>
          <a:xfrm>
            <a:off x="4196987" y="13294703"/>
            <a:ext cx="4729227" cy="1381274"/>
          </a:xfrm>
        </p:spPr>
        <p:txBody>
          <a:bodyPr rtlCol="0">
            <a:normAutofit/>
          </a:bodyPr>
          <a:lstStyle>
            <a:lvl1pPr marL="0" indent="0" algn="r">
              <a:lnSpc>
                <a:spcPts val="2200"/>
              </a:lnSpc>
              <a:spcBef>
                <a:spcPts val="0"/>
              </a:spcBef>
              <a:buNone/>
              <a:defRPr lang="ru-RU" sz="2000" b="0">
                <a:solidFill>
                  <a:schemeClr val="bg2"/>
                </a:solidFill>
                <a:latin typeface="+mn-lt"/>
              </a:defRPr>
            </a:lvl1pPr>
          </a:lstStyle>
          <a:p>
            <a:pPr lvl="0" rtl="0"/>
            <a:r>
              <a:rPr lang="ru-RU" noProof="0" dirty="0" err="1"/>
              <a:t>Lorem</a:t>
            </a:r>
            <a:r>
              <a:rPr lang="ru-RU" noProof="0" dirty="0"/>
              <a:t> </a:t>
            </a:r>
            <a:r>
              <a:rPr lang="ru-RU" noProof="0" dirty="0" err="1"/>
              <a:t>ipsum</a:t>
            </a:r>
            <a:r>
              <a:rPr lang="ru-RU" noProof="0" dirty="0"/>
              <a:t> </a:t>
            </a:r>
            <a:r>
              <a:rPr lang="ru-RU" noProof="0" dirty="0" err="1"/>
              <a:t>dolor</a:t>
            </a:r>
            <a:r>
              <a:rPr lang="ru-RU" noProof="0" dirty="0"/>
              <a:t> </a:t>
            </a:r>
            <a:r>
              <a:rPr lang="ru-RU" noProof="0" dirty="0" err="1"/>
              <a:t>sit</a:t>
            </a:r>
            <a:r>
              <a:rPr lang="ru-RU" noProof="0" dirty="0"/>
              <a:t> </a:t>
            </a:r>
            <a:r>
              <a:rPr lang="ru-RU" noProof="0" dirty="0" err="1"/>
              <a:t>amet</a:t>
            </a:r>
            <a:r>
              <a:rPr lang="ru-RU" noProof="0" dirty="0"/>
              <a:t>, </a:t>
            </a:r>
            <a:r>
              <a:rPr lang="ru-RU" noProof="0" dirty="0" err="1"/>
              <a:t>consectetuer</a:t>
            </a:r>
            <a:r>
              <a:rPr lang="ru-RU" noProof="0" dirty="0"/>
              <a:t> </a:t>
            </a:r>
            <a:r>
              <a:rPr lang="ru-RU" noProof="0" dirty="0" err="1"/>
              <a:t>adipiscing</a:t>
            </a:r>
            <a:r>
              <a:rPr lang="ru-RU" noProof="0" dirty="0"/>
              <a:t> </a:t>
            </a:r>
            <a:r>
              <a:rPr lang="ru-RU" noProof="0" dirty="0" err="1"/>
              <a:t>elit</a:t>
            </a:r>
            <a:r>
              <a:rPr lang="ru-RU" noProof="0" dirty="0"/>
              <a:t>, </a:t>
            </a:r>
            <a:r>
              <a:rPr lang="ru-RU" noProof="0" dirty="0" err="1"/>
              <a:t>sed</a:t>
            </a:r>
            <a:r>
              <a:rPr lang="ru-RU" noProof="0" dirty="0"/>
              <a:t> </a:t>
            </a:r>
            <a:r>
              <a:rPr lang="ru-RU" noProof="0" dirty="0" err="1"/>
              <a:t>diam</a:t>
            </a:r>
            <a:r>
              <a:rPr lang="ru-RU" noProof="0" dirty="0"/>
              <a:t> </a:t>
            </a:r>
            <a:r>
              <a:rPr lang="ru-RU" noProof="0" dirty="0" err="1"/>
              <a:t>nonummy</a:t>
            </a:r>
            <a:r>
              <a:rPr lang="ru-RU" noProof="0" dirty="0"/>
              <a:t> </a:t>
            </a:r>
            <a:r>
              <a:rPr lang="ru-RU" noProof="0" dirty="0" err="1"/>
              <a:t>nibh</a:t>
            </a:r>
            <a:r>
              <a:rPr lang="ru-RU" noProof="0" dirty="0"/>
              <a:t> </a:t>
            </a:r>
            <a:r>
              <a:rPr lang="ru-RU" noProof="0" dirty="0" err="1"/>
              <a:t>euismod</a:t>
            </a:r>
            <a:r>
              <a:rPr lang="ru-RU" noProof="0" dirty="0"/>
              <a:t> </a:t>
            </a:r>
            <a:r>
              <a:rPr lang="ru-RU" noProof="0" dirty="0" err="1"/>
              <a:t>tincidunt</a:t>
            </a:r>
            <a:r>
              <a:rPr lang="ru-RU" noProof="0" dirty="0"/>
              <a:t> </a:t>
            </a:r>
            <a:r>
              <a:rPr lang="ru-RU" noProof="0" dirty="0" err="1"/>
              <a:t>ut</a:t>
            </a:r>
            <a:r>
              <a:rPr lang="ru-RU" noProof="0" dirty="0"/>
              <a:t> </a:t>
            </a:r>
            <a:r>
              <a:rPr lang="ru-RU" noProof="0" dirty="0" err="1"/>
              <a:t>laoreet</a:t>
            </a:r>
            <a:r>
              <a:rPr lang="ru-RU" noProof="0" dirty="0"/>
              <a:t> </a:t>
            </a:r>
            <a:r>
              <a:rPr lang="ru-RU" noProof="0" dirty="0" err="1"/>
              <a:t>dolore</a:t>
            </a:r>
            <a:r>
              <a:rPr lang="ru-RU" noProof="0" dirty="0"/>
              <a:t> </a:t>
            </a:r>
            <a:r>
              <a:rPr lang="ru-RU" noProof="0" dirty="0" err="1"/>
              <a:t>magna</a:t>
            </a:r>
            <a:r>
              <a:rPr lang="ru-RU" noProof="0" dirty="0"/>
              <a:t>.</a:t>
            </a:r>
          </a:p>
        </p:txBody>
      </p:sp>
      <p:cxnSp>
        <p:nvCxnSpPr>
          <p:cNvPr id="28" name="Прямая соединительная линия 27">
            <a:extLst>
              <a:ext uri="{FF2B5EF4-FFF2-40B4-BE49-F238E27FC236}">
                <a16:creationId xmlns:a16="http://schemas.microsoft.com/office/drawing/2014/main" id="{9FF72EB5-5E17-4389-9358-11E839410B8F}"/>
              </a:ext>
            </a:extLst>
          </p:cNvPr>
          <p:cNvCxnSpPr/>
          <p:nvPr userDrawn="1"/>
        </p:nvCxnSpPr>
        <p:spPr>
          <a:xfrm>
            <a:off x="1313288" y="13077076"/>
            <a:ext cx="7498800"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3610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итульный слайд">
    <p:bg>
      <p:bgPr>
        <a:solidFill>
          <a:schemeClr val="tx2"/>
        </a:solidFill>
        <a:effectLst/>
      </p:bgPr>
    </p:bg>
    <p:spTree>
      <p:nvGrpSpPr>
        <p:cNvPr id="1" name=""/>
        <p:cNvGrpSpPr/>
        <p:nvPr/>
      </p:nvGrpSpPr>
      <p:grpSpPr>
        <a:xfrm>
          <a:off x="0" y="0"/>
          <a:ext cx="0" cy="0"/>
          <a:chOff x="0" y="0"/>
          <a:chExt cx="0" cy="0"/>
        </a:xfrm>
      </p:grpSpPr>
      <p:sp>
        <p:nvSpPr>
          <p:cNvPr id="20" name="Прямоугольник 19">
            <a:extLst>
              <a:ext uri="{FF2B5EF4-FFF2-40B4-BE49-F238E27FC236}">
                <a16:creationId xmlns:a16="http://schemas.microsoft.com/office/drawing/2014/main" id="{39CEB76B-C497-4977-A675-021BC5011C5E}"/>
              </a:ext>
            </a:extLst>
          </p:cNvPr>
          <p:cNvSpPr/>
          <p:nvPr userDrawn="1"/>
        </p:nvSpPr>
        <p:spPr>
          <a:xfrm>
            <a:off x="0" y="12860426"/>
            <a:ext cx="10058400" cy="1274400"/>
          </a:xfrm>
          <a:prstGeom prst="rect">
            <a:avLst/>
          </a:prstGeom>
          <a:solidFill>
            <a:schemeClr val="accent4"/>
          </a:solidFill>
          <a:ln>
            <a:noFill/>
          </a:ln>
          <a:effectLst>
            <a:outerShdw dist="762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stStyle>
          <a:p>
            <a:pPr algn="ctr" rtl="0"/>
            <a:endParaRPr lang="ru-RU" b="1" noProof="0" dirty="0"/>
          </a:p>
        </p:txBody>
      </p:sp>
      <p:sp>
        <p:nvSpPr>
          <p:cNvPr id="2" name="Заголовок 1">
            <a:extLst>
              <a:ext uri="{FF2B5EF4-FFF2-40B4-BE49-F238E27FC236}">
                <a16:creationId xmlns:a16="http://schemas.microsoft.com/office/drawing/2014/main" id="{5A6CF687-F218-4913-9F01-2223E053ABEC}"/>
              </a:ext>
            </a:extLst>
          </p:cNvPr>
          <p:cNvSpPr>
            <a:spLocks noGrp="1"/>
          </p:cNvSpPr>
          <p:nvPr>
            <p:ph type="ctrTitle" hasCustomPrompt="1"/>
          </p:nvPr>
        </p:nvSpPr>
        <p:spPr>
          <a:xfrm>
            <a:off x="1004887" y="118426"/>
            <a:ext cx="8109585" cy="2248522"/>
          </a:xfrm>
        </p:spPr>
        <p:txBody>
          <a:bodyPr rtlCol="0" anchor="b">
            <a:noAutofit/>
          </a:bodyPr>
          <a:lstStyle>
            <a:lvl1pPr algn="ctr">
              <a:defRPr lang="ru-RU" sz="11500" b="0">
                <a:solidFill>
                  <a:schemeClr val="bg1"/>
                </a:solidFill>
                <a:effectLst>
                  <a:outerShdw dist="38100" dir="2700000" sx="102000" sy="102000" algn="tl" rotWithShape="0">
                    <a:schemeClr val="tx1">
                      <a:alpha val="30000"/>
                    </a:schemeClr>
                  </a:outerShdw>
                </a:effectLst>
              </a:defRPr>
            </a:lvl1pPr>
          </a:lstStyle>
          <a:p>
            <a:pPr rtl="0"/>
            <a:r>
              <a:rPr lang="ru-RU" b="1" noProof="0" dirty="0"/>
              <a:t>Мы</a:t>
            </a:r>
          </a:p>
        </p:txBody>
      </p:sp>
      <p:sp>
        <p:nvSpPr>
          <p:cNvPr id="3" name="Подзаголовок 2">
            <a:extLst>
              <a:ext uri="{FF2B5EF4-FFF2-40B4-BE49-F238E27FC236}">
                <a16:creationId xmlns:a16="http://schemas.microsoft.com/office/drawing/2014/main" id="{4F6F5B7F-A5CF-4F81-A323-E76E2A59CFF6}"/>
              </a:ext>
            </a:extLst>
          </p:cNvPr>
          <p:cNvSpPr>
            <a:spLocks noGrp="1"/>
          </p:cNvSpPr>
          <p:nvPr>
            <p:ph type="subTitle" idx="1" hasCustomPrompt="1"/>
          </p:nvPr>
        </p:nvSpPr>
        <p:spPr>
          <a:xfrm>
            <a:off x="502444" y="2156052"/>
            <a:ext cx="9053513" cy="1588981"/>
          </a:xfrm>
        </p:spPr>
        <p:txBody>
          <a:bodyPr rtlCol="0">
            <a:noAutofit/>
          </a:bodyPr>
          <a:lstStyle>
            <a:lvl1pPr marL="0" indent="0" algn="ctr">
              <a:buNone/>
              <a:defRPr lang="ru-RU" sz="11800" b="1">
                <a:gradFill flip="none" rotWithShape="1">
                  <a:gsLst>
                    <a:gs pos="0">
                      <a:schemeClr val="accent2"/>
                    </a:gs>
                    <a:gs pos="24000">
                      <a:schemeClr val="accent3"/>
                    </a:gs>
                    <a:gs pos="51000">
                      <a:schemeClr val="accent4"/>
                    </a:gs>
                    <a:gs pos="75000">
                      <a:srgbClr val="4CBA43"/>
                    </a:gs>
                    <a:gs pos="100000">
                      <a:schemeClr val="bg2"/>
                    </a:gs>
                  </a:gsLst>
                  <a:lin ang="0" scaled="1"/>
                  <a:tileRect/>
                </a:gradFill>
                <a:effectLst>
                  <a:outerShdw dist="25400" dir="2700000" sx="102000" sy="102000" algn="tl" rotWithShape="0">
                    <a:schemeClr val="tx1">
                      <a:alpha val="30000"/>
                    </a:schemeClr>
                  </a:outerShdw>
                </a:effectLst>
                <a:latin typeface="+mn-cs"/>
                <a:cs typeface="+mn-cs"/>
              </a:defRPr>
            </a:lvl1pPr>
            <a:lvl2pPr marL="1036335" indent="0" algn="ctr">
              <a:buNone/>
              <a:defRPr lang="ru-RU" sz="4533"/>
            </a:lvl2pPr>
            <a:lvl3pPr marL="2072670" indent="0" algn="ctr">
              <a:buNone/>
              <a:defRPr lang="ru-RU" sz="4080"/>
            </a:lvl3pPr>
            <a:lvl4pPr marL="3109006" indent="0" algn="ctr">
              <a:buNone/>
              <a:defRPr lang="ru-RU" sz="3627"/>
            </a:lvl4pPr>
            <a:lvl5pPr marL="4145341" indent="0" algn="ctr">
              <a:buNone/>
              <a:defRPr lang="ru-RU" sz="3627"/>
            </a:lvl5pPr>
            <a:lvl6pPr marL="5181676" indent="0" algn="ctr">
              <a:buNone/>
              <a:defRPr lang="ru-RU" sz="3627"/>
            </a:lvl6pPr>
            <a:lvl7pPr marL="6218011" indent="0" algn="ctr">
              <a:buNone/>
              <a:defRPr lang="ru-RU" sz="3627"/>
            </a:lvl7pPr>
            <a:lvl8pPr marL="7254347" indent="0" algn="ctr">
              <a:buNone/>
              <a:defRPr lang="ru-RU" sz="3627"/>
            </a:lvl8pPr>
            <a:lvl9pPr marL="8290682" indent="0" algn="ctr">
              <a:buNone/>
              <a:defRPr lang="ru-RU" sz="3627"/>
            </a:lvl9pPr>
          </a:lstStyle>
          <a:p>
            <a:pPr rtl="0"/>
            <a:r>
              <a:rPr lang="ru-RU" b="1" noProof="0" dirty="0"/>
              <a:t>ОТЛИЧАЕМСЯ</a:t>
            </a:r>
          </a:p>
        </p:txBody>
      </p:sp>
      <p:sp>
        <p:nvSpPr>
          <p:cNvPr id="21" name="Текст 20">
            <a:extLst>
              <a:ext uri="{FF2B5EF4-FFF2-40B4-BE49-F238E27FC236}">
                <a16:creationId xmlns:a16="http://schemas.microsoft.com/office/drawing/2014/main" id="{2B7684A6-4B20-4CAF-8AA9-829261FD871D}"/>
              </a:ext>
            </a:extLst>
          </p:cNvPr>
          <p:cNvSpPr>
            <a:spLocks noGrp="1"/>
          </p:cNvSpPr>
          <p:nvPr>
            <p:ph type="body" sz="quarter" idx="10" hasCustomPrompt="1"/>
          </p:nvPr>
        </p:nvSpPr>
        <p:spPr>
          <a:xfrm>
            <a:off x="1673536" y="13056641"/>
            <a:ext cx="1671242" cy="1180552"/>
          </a:xfrm>
        </p:spPr>
        <p:txBody>
          <a:bodyPr rtlCol="0" anchor="ctr">
            <a:noAutofit/>
          </a:bodyPr>
          <a:lstStyle>
            <a:lvl1pPr marL="0" indent="0">
              <a:buNone/>
              <a:defRPr lang="ru-RU" sz="8000" b="1">
                <a:solidFill>
                  <a:schemeClr val="tx2"/>
                </a:solidFill>
                <a:latin typeface="+mj-cs"/>
                <a:cs typeface="+mj-cs"/>
              </a:defRPr>
            </a:lvl1pPr>
          </a:lstStyle>
          <a:p>
            <a:pPr lvl="0" rtl="0"/>
            <a:r>
              <a:rPr lang="ru-RU" b="1" noProof="0" dirty="0"/>
              <a:t>22</a:t>
            </a:r>
          </a:p>
        </p:txBody>
      </p:sp>
      <p:sp>
        <p:nvSpPr>
          <p:cNvPr id="23" name="Текст 20">
            <a:extLst>
              <a:ext uri="{FF2B5EF4-FFF2-40B4-BE49-F238E27FC236}">
                <a16:creationId xmlns:a16="http://schemas.microsoft.com/office/drawing/2014/main" id="{C55B5486-D7AF-41FF-9B6B-08231EE6FFD7}"/>
              </a:ext>
            </a:extLst>
          </p:cNvPr>
          <p:cNvSpPr>
            <a:spLocks noGrp="1"/>
          </p:cNvSpPr>
          <p:nvPr>
            <p:ph type="body" sz="quarter" idx="12" hasCustomPrompt="1"/>
          </p:nvPr>
        </p:nvSpPr>
        <p:spPr>
          <a:xfrm>
            <a:off x="2170908" y="4139081"/>
            <a:ext cx="5716584" cy="1073596"/>
          </a:xfrm>
        </p:spPr>
        <p:txBody>
          <a:bodyPr rtlCol="0">
            <a:noAutofit/>
          </a:bodyPr>
          <a:lstStyle>
            <a:lvl1pPr marL="0" indent="0" algn="ctr">
              <a:buNone/>
              <a:defRPr lang="ru-RU" sz="4400" b="1">
                <a:solidFill>
                  <a:schemeClr val="accent4"/>
                </a:solidFill>
                <a:latin typeface="+mj-cs"/>
                <a:cs typeface="+mj-cs"/>
              </a:defRPr>
            </a:lvl1pPr>
          </a:lstStyle>
          <a:p>
            <a:pPr lvl="0" rtl="0"/>
            <a:r>
              <a:rPr lang="ru-RU" b="1" noProof="0" dirty="0"/>
              <a:t>Ключевая фраза мероприятия</a:t>
            </a:r>
          </a:p>
        </p:txBody>
      </p:sp>
      <p:sp>
        <p:nvSpPr>
          <p:cNvPr id="24" name="Текст 20">
            <a:extLst>
              <a:ext uri="{FF2B5EF4-FFF2-40B4-BE49-F238E27FC236}">
                <a16:creationId xmlns:a16="http://schemas.microsoft.com/office/drawing/2014/main" id="{A0DAE996-310A-4716-AB4F-3A82FE6086C0}"/>
              </a:ext>
            </a:extLst>
          </p:cNvPr>
          <p:cNvSpPr>
            <a:spLocks noGrp="1"/>
          </p:cNvSpPr>
          <p:nvPr>
            <p:ph type="body" sz="quarter" idx="13" hasCustomPrompt="1"/>
          </p:nvPr>
        </p:nvSpPr>
        <p:spPr>
          <a:xfrm>
            <a:off x="1267714" y="14441581"/>
            <a:ext cx="7522972" cy="1008856"/>
          </a:xfrm>
        </p:spPr>
        <p:txBody>
          <a:bodyPr rtlCol="0">
            <a:normAutofit/>
          </a:bodyPr>
          <a:lstStyle>
            <a:lvl1pPr marL="0" indent="0" algn="ctr">
              <a:buNone/>
              <a:defRPr lang="ru-RU" sz="4000" b="1">
                <a:solidFill>
                  <a:schemeClr val="bg1"/>
                </a:solidFill>
                <a:latin typeface="+mj-cs"/>
                <a:cs typeface="+mj-cs"/>
              </a:defRPr>
            </a:lvl1pPr>
          </a:lstStyle>
          <a:p>
            <a:pPr lvl="0" rtl="0"/>
            <a:r>
              <a:rPr lang="ru-RU" b="1" noProof="0" dirty="0"/>
              <a:t>ул. Библиотечная, д. 123 г. Красноярск</a:t>
            </a:r>
          </a:p>
        </p:txBody>
      </p:sp>
      <p:sp>
        <p:nvSpPr>
          <p:cNvPr id="25" name="Текст 20">
            <a:extLst>
              <a:ext uri="{FF2B5EF4-FFF2-40B4-BE49-F238E27FC236}">
                <a16:creationId xmlns:a16="http://schemas.microsoft.com/office/drawing/2014/main" id="{75E611F9-D4BD-4307-97DB-0F1787DE50F8}"/>
              </a:ext>
            </a:extLst>
          </p:cNvPr>
          <p:cNvSpPr>
            <a:spLocks noGrp="1"/>
          </p:cNvSpPr>
          <p:nvPr>
            <p:ph type="body" sz="quarter" idx="14"/>
          </p:nvPr>
        </p:nvSpPr>
        <p:spPr>
          <a:xfrm>
            <a:off x="871309" y="9641487"/>
            <a:ext cx="4157892" cy="3087734"/>
          </a:xfrm>
        </p:spPr>
        <p:txBody>
          <a:bodyPr rtlCol="0">
            <a:normAutofit/>
          </a:bodyPr>
          <a:lstStyle>
            <a:lvl1pPr marL="0" indent="0" algn="l">
              <a:lnSpc>
                <a:spcPts val="2200"/>
              </a:lnSpc>
              <a:spcBef>
                <a:spcPts val="0"/>
              </a:spcBef>
              <a:buNone/>
              <a:defRPr lang="ru-RU" sz="2000" b="1">
                <a:solidFill>
                  <a:schemeClr val="bg1"/>
                </a:solidFill>
                <a:latin typeface="+mn-cs"/>
                <a:cs typeface="+mn-cs"/>
              </a:defRPr>
            </a:lvl1pPr>
          </a:lstStyle>
          <a:p>
            <a:pPr lvl="0" rtl="0"/>
            <a:endParaRPr lang="ru-RU" b="1" noProof="0" dirty="0"/>
          </a:p>
        </p:txBody>
      </p:sp>
      <p:sp>
        <p:nvSpPr>
          <p:cNvPr id="6" name="Прямоугольник 5">
            <a:extLst>
              <a:ext uri="{FF2B5EF4-FFF2-40B4-BE49-F238E27FC236}">
                <a16:creationId xmlns:a16="http://schemas.microsoft.com/office/drawing/2014/main" id="{91BC9577-29FC-4A05-A10E-04A46B3BA1BA}"/>
              </a:ext>
            </a:extLst>
          </p:cNvPr>
          <p:cNvSpPr/>
          <p:nvPr userDrawn="1"/>
        </p:nvSpPr>
        <p:spPr>
          <a:xfrm>
            <a:off x="995292" y="3702184"/>
            <a:ext cx="7956000" cy="108000"/>
          </a:xfrm>
          <a:prstGeom prst="rect">
            <a:avLst/>
          </a:prstGeom>
          <a:gradFill>
            <a:gsLst>
              <a:gs pos="0">
                <a:schemeClr val="accent2"/>
              </a:gs>
              <a:gs pos="24000">
                <a:schemeClr val="accent3"/>
              </a:gs>
              <a:gs pos="51000">
                <a:schemeClr val="accent4"/>
              </a:gs>
              <a:gs pos="75000">
                <a:srgbClr val="4CBA43"/>
              </a:gs>
              <a:gs pos="100000">
                <a:schemeClr val="bg2"/>
              </a:gs>
            </a:gsLst>
            <a:lin ang="0" scaled="1"/>
          </a:gradFill>
          <a:ln>
            <a:noFill/>
          </a:ln>
          <a:effectLst>
            <a:outerShdw dist="63500" dir="2700000" algn="tl" rotWithShape="0">
              <a:schemeClr val="tx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stStyle>
          <a:p>
            <a:pPr algn="ctr" rtl="0"/>
            <a:endParaRPr lang="ru-RU" b="1" noProof="0" dirty="0"/>
          </a:p>
        </p:txBody>
      </p:sp>
      <p:sp>
        <p:nvSpPr>
          <p:cNvPr id="26" name="Текст 20">
            <a:extLst>
              <a:ext uri="{FF2B5EF4-FFF2-40B4-BE49-F238E27FC236}">
                <a16:creationId xmlns:a16="http://schemas.microsoft.com/office/drawing/2014/main" id="{99AE19AF-CA69-41FB-8B84-9805A6DD5B03}"/>
              </a:ext>
            </a:extLst>
          </p:cNvPr>
          <p:cNvSpPr>
            <a:spLocks noGrp="1"/>
          </p:cNvSpPr>
          <p:nvPr>
            <p:ph type="body" sz="quarter" idx="15"/>
          </p:nvPr>
        </p:nvSpPr>
        <p:spPr>
          <a:xfrm>
            <a:off x="5131868" y="9641487"/>
            <a:ext cx="4157892" cy="3087734"/>
          </a:xfrm>
        </p:spPr>
        <p:txBody>
          <a:bodyPr rtlCol="0">
            <a:normAutofit/>
          </a:bodyPr>
          <a:lstStyle>
            <a:lvl1pPr marL="0" indent="0" algn="l">
              <a:lnSpc>
                <a:spcPts val="2200"/>
              </a:lnSpc>
              <a:spcBef>
                <a:spcPts val="0"/>
              </a:spcBef>
              <a:buNone/>
              <a:defRPr lang="ru-RU" sz="2000" b="1">
                <a:solidFill>
                  <a:schemeClr val="bg1"/>
                </a:solidFill>
                <a:latin typeface="+mn-cs"/>
                <a:cs typeface="+mn-cs"/>
              </a:defRPr>
            </a:lvl1pPr>
          </a:lstStyle>
          <a:p>
            <a:pPr lvl="0" rtl="0"/>
            <a:endParaRPr lang="ru-RU" b="1" noProof="0" dirty="0"/>
          </a:p>
        </p:txBody>
      </p:sp>
      <p:sp>
        <p:nvSpPr>
          <p:cNvPr id="27" name="Текст 20">
            <a:extLst>
              <a:ext uri="{FF2B5EF4-FFF2-40B4-BE49-F238E27FC236}">
                <a16:creationId xmlns:a16="http://schemas.microsoft.com/office/drawing/2014/main" id="{5C808532-B637-406E-8A29-766643DA041D}"/>
              </a:ext>
            </a:extLst>
          </p:cNvPr>
          <p:cNvSpPr>
            <a:spLocks noGrp="1"/>
          </p:cNvSpPr>
          <p:nvPr>
            <p:ph type="body" sz="quarter" idx="16" hasCustomPrompt="1"/>
          </p:nvPr>
        </p:nvSpPr>
        <p:spPr>
          <a:xfrm>
            <a:off x="2800931" y="13279732"/>
            <a:ext cx="1671242" cy="723093"/>
          </a:xfrm>
        </p:spPr>
        <p:txBody>
          <a:bodyPr rtlCol="0">
            <a:noAutofit/>
          </a:bodyPr>
          <a:lstStyle>
            <a:lvl1pPr marL="0" indent="0">
              <a:buNone/>
              <a:defRPr lang="ru-RU" sz="5000" b="1">
                <a:solidFill>
                  <a:schemeClr val="tx2"/>
                </a:solidFill>
                <a:latin typeface="+mn-cs"/>
                <a:cs typeface="+mn-cs"/>
              </a:defRPr>
            </a:lvl1pPr>
          </a:lstStyle>
          <a:p>
            <a:pPr lvl="0" rtl="0"/>
            <a:r>
              <a:rPr lang="ru-RU" b="1" noProof="0" dirty="0"/>
              <a:t>Апрель</a:t>
            </a:r>
          </a:p>
        </p:txBody>
      </p:sp>
      <p:sp>
        <p:nvSpPr>
          <p:cNvPr id="8" name="Графический объект 6">
            <a:extLst>
              <a:ext uri="{FF2B5EF4-FFF2-40B4-BE49-F238E27FC236}">
                <a16:creationId xmlns:a16="http://schemas.microsoft.com/office/drawing/2014/main" id="{6DCE0A54-E894-454D-BD21-E6F4F033E894}"/>
              </a:ext>
            </a:extLst>
          </p:cNvPr>
          <p:cNvSpPr>
            <a:spLocks noChangeAspect="1"/>
          </p:cNvSpPr>
          <p:nvPr/>
        </p:nvSpPr>
        <p:spPr>
          <a:xfrm>
            <a:off x="0" y="4928576"/>
            <a:ext cx="10058400" cy="5523694"/>
          </a:xfrm>
          <a:custGeom>
            <a:avLst/>
            <a:gdLst>
              <a:gd name="connsiteX0" fmla="*/ 7567517 w 7567517"/>
              <a:gd name="connsiteY0" fmla="*/ 2815914 h 4155795"/>
              <a:gd name="connsiteX1" fmla="*/ 7164134 w 7567517"/>
              <a:gd name="connsiteY1" fmla="*/ 1615288 h 4155795"/>
              <a:gd name="connsiteX2" fmla="*/ 7567517 w 7567517"/>
              <a:gd name="connsiteY2" fmla="*/ 2321472 h 4155795"/>
              <a:gd name="connsiteX3" fmla="*/ 7567517 w 7567517"/>
              <a:gd name="connsiteY3" fmla="*/ 1703585 h 4155795"/>
              <a:gd name="connsiteX4" fmla="*/ 7387019 w 7567517"/>
              <a:gd name="connsiteY4" fmla="*/ 1385259 h 4155795"/>
              <a:gd name="connsiteX5" fmla="*/ 7387209 w 7567517"/>
              <a:gd name="connsiteY5" fmla="*/ 1385164 h 4155795"/>
              <a:gd name="connsiteX6" fmla="*/ 7160990 w 7567517"/>
              <a:gd name="connsiteY6" fmla="*/ 751466 h 4155795"/>
              <a:gd name="connsiteX7" fmla="*/ 7567517 w 7567517"/>
              <a:gd name="connsiteY7" fmla="*/ 947109 h 4155795"/>
              <a:gd name="connsiteX8" fmla="*/ 7567517 w 7567517"/>
              <a:gd name="connsiteY8" fmla="*/ 660026 h 4155795"/>
              <a:gd name="connsiteX9" fmla="*/ 7037737 w 7567517"/>
              <a:gd name="connsiteY9" fmla="*/ 405137 h 4155795"/>
              <a:gd name="connsiteX10" fmla="*/ 7037642 w 7567517"/>
              <a:gd name="connsiteY10" fmla="*/ 405803 h 4155795"/>
              <a:gd name="connsiteX11" fmla="*/ 7037452 w 7567517"/>
              <a:gd name="connsiteY11" fmla="*/ 405422 h 4155795"/>
              <a:gd name="connsiteX12" fmla="*/ 6825806 w 7567517"/>
              <a:gd name="connsiteY12" fmla="*/ 563633 h 4155795"/>
              <a:gd name="connsiteX13" fmla="*/ 6801041 w 7567517"/>
              <a:gd name="connsiteY13" fmla="*/ 508007 h 4155795"/>
              <a:gd name="connsiteX14" fmla="*/ 6808756 w 7567517"/>
              <a:gd name="connsiteY14" fmla="*/ 163964 h 4155795"/>
              <a:gd name="connsiteX15" fmla="*/ 6462903 w 7567517"/>
              <a:gd name="connsiteY15" fmla="*/ 43949 h 4155795"/>
              <a:gd name="connsiteX16" fmla="*/ 6370225 w 7567517"/>
              <a:gd name="connsiteY16" fmla="*/ 491814 h 4155795"/>
              <a:gd name="connsiteX17" fmla="*/ 6604159 w 7567517"/>
              <a:gd name="connsiteY17" fmla="*/ 655168 h 4155795"/>
              <a:gd name="connsiteX18" fmla="*/ 6628924 w 7567517"/>
              <a:gd name="connsiteY18" fmla="*/ 710794 h 4155795"/>
              <a:gd name="connsiteX19" fmla="*/ 6417278 w 7567517"/>
              <a:gd name="connsiteY19" fmla="*/ 869004 h 4155795"/>
              <a:gd name="connsiteX20" fmla="*/ 6417945 w 7567517"/>
              <a:gd name="connsiteY20" fmla="*/ 870243 h 4155795"/>
              <a:gd name="connsiteX21" fmla="*/ 6416326 w 7567517"/>
              <a:gd name="connsiteY21" fmla="*/ 869671 h 4155795"/>
              <a:gd name="connsiteX22" fmla="*/ 6297740 w 7567517"/>
              <a:gd name="connsiteY22" fmla="*/ 1763497 h 4155795"/>
              <a:gd name="connsiteX23" fmla="*/ 5727097 w 7567517"/>
              <a:gd name="connsiteY23" fmla="*/ 1238955 h 4155795"/>
              <a:gd name="connsiteX24" fmla="*/ 5726811 w 7567517"/>
              <a:gd name="connsiteY24" fmla="*/ 1239527 h 4155795"/>
              <a:gd name="connsiteX25" fmla="*/ 5726716 w 7567517"/>
              <a:gd name="connsiteY25" fmla="*/ 1239050 h 4155795"/>
              <a:gd name="connsiteX26" fmla="*/ 5490687 w 7567517"/>
              <a:gd name="connsiteY26" fmla="*/ 1320966 h 4155795"/>
              <a:gd name="connsiteX27" fmla="*/ 5477828 w 7567517"/>
              <a:gd name="connsiteY27" fmla="*/ 1258958 h 4155795"/>
              <a:gd name="connsiteX28" fmla="*/ 5554028 w 7567517"/>
              <a:gd name="connsiteY28" fmla="*/ 929297 h 4155795"/>
              <a:gd name="connsiteX29" fmla="*/ 5243894 w 7567517"/>
              <a:gd name="connsiteY29" fmla="*/ 697459 h 4155795"/>
              <a:gd name="connsiteX30" fmla="*/ 5064824 w 7567517"/>
              <a:gd name="connsiteY30" fmla="*/ 1099033 h 4155795"/>
              <a:gd name="connsiteX31" fmla="*/ 5258181 w 7567517"/>
              <a:gd name="connsiteY31" fmla="*/ 1335253 h 4155795"/>
              <a:gd name="connsiteX32" fmla="*/ 5271040 w 7567517"/>
              <a:gd name="connsiteY32" fmla="*/ 1397261 h 4155795"/>
              <a:gd name="connsiteX33" fmla="*/ 5035010 w 7567517"/>
              <a:gd name="connsiteY33" fmla="*/ 1479176 h 4155795"/>
              <a:gd name="connsiteX34" fmla="*/ 5035392 w 7567517"/>
              <a:gd name="connsiteY34" fmla="*/ 1480604 h 4155795"/>
              <a:gd name="connsiteX35" fmla="*/ 5033867 w 7567517"/>
              <a:gd name="connsiteY35" fmla="*/ 1479557 h 4155795"/>
              <a:gd name="connsiteX36" fmla="*/ 4742212 w 7567517"/>
              <a:gd name="connsiteY36" fmla="*/ 2306613 h 4155795"/>
              <a:gd name="connsiteX37" fmla="*/ 4295490 w 7567517"/>
              <a:gd name="connsiteY37" fmla="*/ 1607096 h 4155795"/>
              <a:gd name="connsiteX38" fmla="*/ 4295108 w 7567517"/>
              <a:gd name="connsiteY38" fmla="*/ 1607573 h 4155795"/>
              <a:gd name="connsiteX39" fmla="*/ 4295108 w 7567517"/>
              <a:gd name="connsiteY39" fmla="*/ 1607096 h 4155795"/>
              <a:gd name="connsiteX40" fmla="*/ 4050792 w 7567517"/>
              <a:gd name="connsiteY40" fmla="*/ 1607096 h 4155795"/>
              <a:gd name="connsiteX41" fmla="*/ 4050792 w 7567517"/>
              <a:gd name="connsiteY41" fmla="*/ 1542898 h 4155795"/>
              <a:gd name="connsiteX42" fmla="*/ 4190333 w 7567517"/>
              <a:gd name="connsiteY42" fmla="*/ 1250004 h 4155795"/>
              <a:gd name="connsiteX43" fmla="*/ 3937159 w 7567517"/>
              <a:gd name="connsiteY43" fmla="*/ 922154 h 4155795"/>
              <a:gd name="connsiteX44" fmla="*/ 3683984 w 7567517"/>
              <a:gd name="connsiteY44" fmla="*/ 1250004 h 4155795"/>
              <a:gd name="connsiteX45" fmla="*/ 3823526 w 7567517"/>
              <a:gd name="connsiteY45" fmla="*/ 1542898 h 4155795"/>
              <a:gd name="connsiteX46" fmla="*/ 3823526 w 7567517"/>
              <a:gd name="connsiteY46" fmla="*/ 1607096 h 4155795"/>
              <a:gd name="connsiteX47" fmla="*/ 3579209 w 7567517"/>
              <a:gd name="connsiteY47" fmla="*/ 1607096 h 4155795"/>
              <a:gd name="connsiteX48" fmla="*/ 3579305 w 7567517"/>
              <a:gd name="connsiteY48" fmla="*/ 1608621 h 4155795"/>
              <a:gd name="connsiteX49" fmla="*/ 3578066 w 7567517"/>
              <a:gd name="connsiteY49" fmla="*/ 1607096 h 4155795"/>
              <a:gd name="connsiteX50" fmla="*/ 3130868 w 7567517"/>
              <a:gd name="connsiteY50" fmla="*/ 2308899 h 4155795"/>
              <a:gd name="connsiteX51" fmla="*/ 2838545 w 7567517"/>
              <a:gd name="connsiteY51" fmla="*/ 1484605 h 4155795"/>
              <a:gd name="connsiteX52" fmla="*/ 2838069 w 7567517"/>
              <a:gd name="connsiteY52" fmla="*/ 1484891 h 4155795"/>
              <a:gd name="connsiteX53" fmla="*/ 2838164 w 7567517"/>
              <a:gd name="connsiteY53" fmla="*/ 1484510 h 4155795"/>
              <a:gd name="connsiteX54" fmla="*/ 2602135 w 7567517"/>
              <a:gd name="connsiteY54" fmla="*/ 1402595 h 4155795"/>
              <a:gd name="connsiteX55" fmla="*/ 2614994 w 7567517"/>
              <a:gd name="connsiteY55" fmla="*/ 1340587 h 4155795"/>
              <a:gd name="connsiteX56" fmla="*/ 2808351 w 7567517"/>
              <a:gd name="connsiteY56" fmla="*/ 1104367 h 4155795"/>
              <a:gd name="connsiteX57" fmla="*/ 2629281 w 7567517"/>
              <a:gd name="connsiteY57" fmla="*/ 702793 h 4155795"/>
              <a:gd name="connsiteX58" fmla="*/ 2319147 w 7567517"/>
              <a:gd name="connsiteY58" fmla="*/ 934631 h 4155795"/>
              <a:gd name="connsiteX59" fmla="*/ 2395347 w 7567517"/>
              <a:gd name="connsiteY59" fmla="*/ 1264292 h 4155795"/>
              <a:gd name="connsiteX60" fmla="*/ 2382488 w 7567517"/>
              <a:gd name="connsiteY60" fmla="*/ 1326300 h 4155795"/>
              <a:gd name="connsiteX61" fmla="*/ 2146459 w 7567517"/>
              <a:gd name="connsiteY61" fmla="*/ 1244384 h 4155795"/>
              <a:gd name="connsiteX62" fmla="*/ 2146268 w 7567517"/>
              <a:gd name="connsiteY62" fmla="*/ 1245908 h 4155795"/>
              <a:gd name="connsiteX63" fmla="*/ 2145411 w 7567517"/>
              <a:gd name="connsiteY63" fmla="*/ 1244004 h 4155795"/>
              <a:gd name="connsiteX64" fmla="*/ 1572197 w 7567517"/>
              <a:gd name="connsiteY64" fmla="*/ 1772832 h 4155795"/>
              <a:gd name="connsiteX65" fmla="*/ 1454944 w 7567517"/>
              <a:gd name="connsiteY65" fmla="*/ 877672 h 4155795"/>
              <a:gd name="connsiteX66" fmla="*/ 1454468 w 7567517"/>
              <a:gd name="connsiteY66" fmla="*/ 877862 h 4155795"/>
              <a:gd name="connsiteX67" fmla="*/ 1454658 w 7567517"/>
              <a:gd name="connsiteY67" fmla="*/ 877481 h 4155795"/>
              <a:gd name="connsiteX68" fmla="*/ 1243013 w 7567517"/>
              <a:gd name="connsiteY68" fmla="*/ 719271 h 4155795"/>
              <a:gd name="connsiteX69" fmla="*/ 1267778 w 7567517"/>
              <a:gd name="connsiteY69" fmla="*/ 663645 h 4155795"/>
              <a:gd name="connsiteX70" fmla="*/ 1501712 w 7567517"/>
              <a:gd name="connsiteY70" fmla="*/ 500291 h 4155795"/>
              <a:gd name="connsiteX71" fmla="*/ 1409033 w 7567517"/>
              <a:gd name="connsiteY71" fmla="*/ 52426 h 4155795"/>
              <a:gd name="connsiteX72" fmla="*/ 1063276 w 7567517"/>
              <a:gd name="connsiteY72" fmla="*/ 172346 h 4155795"/>
              <a:gd name="connsiteX73" fmla="*/ 1070991 w 7567517"/>
              <a:gd name="connsiteY73" fmla="*/ 516389 h 4155795"/>
              <a:gd name="connsiteX74" fmla="*/ 1046226 w 7567517"/>
              <a:gd name="connsiteY74" fmla="*/ 572015 h 4155795"/>
              <a:gd name="connsiteX75" fmla="*/ 834581 w 7567517"/>
              <a:gd name="connsiteY75" fmla="*/ 413804 h 4155795"/>
              <a:gd name="connsiteX76" fmla="*/ 834104 w 7567517"/>
              <a:gd name="connsiteY76" fmla="*/ 415233 h 4155795"/>
              <a:gd name="connsiteX77" fmla="*/ 833628 w 7567517"/>
              <a:gd name="connsiteY77" fmla="*/ 413138 h 4155795"/>
              <a:gd name="connsiteX78" fmla="*/ 0 w 7567517"/>
              <a:gd name="connsiteY78" fmla="*/ 814140 h 4155795"/>
              <a:gd name="connsiteX79" fmla="*/ 0 w 7567517"/>
              <a:gd name="connsiteY79" fmla="*/ 996734 h 4155795"/>
              <a:gd name="connsiteX80" fmla="*/ 20574 w 7567517"/>
              <a:gd name="connsiteY80" fmla="*/ 1091127 h 4155795"/>
              <a:gd name="connsiteX81" fmla="*/ 711422 w 7567517"/>
              <a:gd name="connsiteY81" fmla="*/ 758705 h 4155795"/>
              <a:gd name="connsiteX82" fmla="*/ 484918 w 7567517"/>
              <a:gd name="connsiteY82" fmla="*/ 1393451 h 4155795"/>
              <a:gd name="connsiteX83" fmla="*/ 485966 w 7567517"/>
              <a:gd name="connsiteY83" fmla="*/ 1394213 h 4155795"/>
              <a:gd name="connsiteX84" fmla="*/ 0 w 7567517"/>
              <a:gd name="connsiteY84" fmla="*/ 2251272 h 4155795"/>
              <a:gd name="connsiteX85" fmla="*/ 0 w 7567517"/>
              <a:gd name="connsiteY85" fmla="*/ 2732380 h 4155795"/>
              <a:gd name="connsiteX86" fmla="*/ 53245 w 7567517"/>
              <a:gd name="connsiteY86" fmla="*/ 2772004 h 4155795"/>
              <a:gd name="connsiteX87" fmla="*/ 708755 w 7567517"/>
              <a:gd name="connsiteY87" fmla="*/ 1624432 h 4155795"/>
              <a:gd name="connsiteX88" fmla="*/ 269081 w 7567517"/>
              <a:gd name="connsiteY88" fmla="*/ 2933262 h 4155795"/>
              <a:gd name="connsiteX89" fmla="*/ 513493 w 7567517"/>
              <a:gd name="connsiteY89" fmla="*/ 3117095 h 4155795"/>
              <a:gd name="connsiteX90" fmla="*/ 974217 w 7567517"/>
              <a:gd name="connsiteY90" fmla="*/ 1759306 h 4155795"/>
              <a:gd name="connsiteX91" fmla="*/ 974408 w 7567517"/>
              <a:gd name="connsiteY91" fmla="*/ 1759401 h 4155795"/>
              <a:gd name="connsiteX92" fmla="*/ 1289209 w 7567517"/>
              <a:gd name="connsiteY92" fmla="*/ 1181424 h 4155795"/>
              <a:gd name="connsiteX93" fmla="*/ 1439894 w 7567517"/>
              <a:gd name="connsiteY93" fmla="*/ 2172405 h 4155795"/>
              <a:gd name="connsiteX94" fmla="*/ 2098072 w 7567517"/>
              <a:gd name="connsiteY94" fmla="*/ 1607954 h 4155795"/>
              <a:gd name="connsiteX95" fmla="*/ 2004632 w 7567517"/>
              <a:gd name="connsiteY95" fmla="*/ 2307851 h 4155795"/>
              <a:gd name="connsiteX96" fmla="*/ 2005775 w 7567517"/>
              <a:gd name="connsiteY96" fmla="*/ 2308232 h 4155795"/>
              <a:gd name="connsiteX97" fmla="*/ 1590008 w 7567517"/>
              <a:gd name="connsiteY97" fmla="*/ 3690119 h 4155795"/>
              <a:gd name="connsiteX98" fmla="*/ 1863185 w 7567517"/>
              <a:gd name="connsiteY98" fmla="*/ 3783940 h 4155795"/>
              <a:gd name="connsiteX99" fmla="*/ 2267045 w 7567517"/>
              <a:gd name="connsiteY99" fmla="*/ 2455774 h 4155795"/>
              <a:gd name="connsiteX100" fmla="*/ 2103882 w 7567517"/>
              <a:gd name="connsiteY100" fmla="*/ 3867379 h 4155795"/>
              <a:gd name="connsiteX101" fmla="*/ 2376773 w 7567517"/>
              <a:gd name="connsiteY101" fmla="*/ 3963010 h 4155795"/>
              <a:gd name="connsiteX102" fmla="*/ 2550319 w 7567517"/>
              <a:gd name="connsiteY102" fmla="*/ 2497113 h 4155795"/>
              <a:gd name="connsiteX103" fmla="*/ 2550509 w 7567517"/>
              <a:gd name="connsiteY103" fmla="*/ 2497208 h 4155795"/>
              <a:gd name="connsiteX104" fmla="*/ 2739676 w 7567517"/>
              <a:gd name="connsiteY104" fmla="*/ 1831315 h 4155795"/>
              <a:gd name="connsiteX105" fmla="*/ 3087338 w 7567517"/>
              <a:gd name="connsiteY105" fmla="*/ 2733142 h 4155795"/>
              <a:gd name="connsiteX106" fmla="*/ 3605022 w 7567517"/>
              <a:gd name="connsiteY106" fmla="*/ 1974476 h 4155795"/>
              <a:gd name="connsiteX107" fmla="*/ 3654647 w 7567517"/>
              <a:gd name="connsiteY107" fmla="*/ 2681707 h 4155795"/>
              <a:gd name="connsiteX108" fmla="*/ 3655790 w 7567517"/>
              <a:gd name="connsiteY108" fmla="*/ 2681707 h 4155795"/>
              <a:gd name="connsiteX109" fmla="*/ 3530441 w 7567517"/>
              <a:gd name="connsiteY109" fmla="*/ 4155796 h 4155795"/>
              <a:gd name="connsiteX110" fmla="*/ 3813143 w 7567517"/>
              <a:gd name="connsiteY110" fmla="*/ 4154843 h 4155795"/>
              <a:gd name="connsiteX111" fmla="*/ 3937730 w 7567517"/>
              <a:gd name="connsiteY111" fmla="*/ 2736666 h 4155795"/>
              <a:gd name="connsiteX112" fmla="*/ 4062317 w 7567517"/>
              <a:gd name="connsiteY112" fmla="*/ 4154843 h 4155795"/>
              <a:gd name="connsiteX113" fmla="*/ 4345020 w 7567517"/>
              <a:gd name="connsiteY113" fmla="*/ 4155796 h 4155795"/>
              <a:gd name="connsiteX114" fmla="*/ 4219671 w 7567517"/>
              <a:gd name="connsiteY114" fmla="*/ 2681707 h 4155795"/>
              <a:gd name="connsiteX115" fmla="*/ 4219861 w 7567517"/>
              <a:gd name="connsiteY115" fmla="*/ 2681707 h 4155795"/>
              <a:gd name="connsiteX116" fmla="*/ 4269296 w 7567517"/>
              <a:gd name="connsiteY116" fmla="*/ 1977238 h 4155795"/>
              <a:gd name="connsiteX117" fmla="*/ 4784789 w 7567517"/>
              <a:gd name="connsiteY117" fmla="*/ 2740381 h 4155795"/>
              <a:gd name="connsiteX118" fmla="*/ 4873085 w 7567517"/>
              <a:gd name="connsiteY118" fmla="*/ 2511114 h 4155795"/>
              <a:gd name="connsiteX119" fmla="*/ 4872609 w 7567517"/>
              <a:gd name="connsiteY119" fmla="*/ 2510352 h 4155795"/>
              <a:gd name="connsiteX120" fmla="*/ 5133689 w 7567517"/>
              <a:gd name="connsiteY120" fmla="*/ 1826267 h 4155795"/>
              <a:gd name="connsiteX121" fmla="*/ 5322761 w 7567517"/>
              <a:gd name="connsiteY121" fmla="*/ 2491874 h 4155795"/>
              <a:gd name="connsiteX122" fmla="*/ 5323904 w 7567517"/>
              <a:gd name="connsiteY122" fmla="*/ 2491493 h 4155795"/>
              <a:gd name="connsiteX123" fmla="*/ 5497449 w 7567517"/>
              <a:gd name="connsiteY123" fmla="*/ 3957390 h 4155795"/>
              <a:gd name="connsiteX124" fmla="*/ 5770340 w 7567517"/>
              <a:gd name="connsiteY124" fmla="*/ 3861759 h 4155795"/>
              <a:gd name="connsiteX125" fmla="*/ 5607177 w 7567517"/>
              <a:gd name="connsiteY125" fmla="*/ 2450154 h 4155795"/>
              <a:gd name="connsiteX126" fmla="*/ 6011037 w 7567517"/>
              <a:gd name="connsiteY126" fmla="*/ 3778320 h 4155795"/>
              <a:gd name="connsiteX127" fmla="*/ 6284214 w 7567517"/>
              <a:gd name="connsiteY127" fmla="*/ 3684499 h 4155795"/>
              <a:gd name="connsiteX128" fmla="*/ 5868448 w 7567517"/>
              <a:gd name="connsiteY128" fmla="*/ 2302612 h 4155795"/>
              <a:gd name="connsiteX129" fmla="*/ 5868639 w 7567517"/>
              <a:gd name="connsiteY129" fmla="*/ 2302517 h 4155795"/>
              <a:gd name="connsiteX130" fmla="*/ 5775484 w 7567517"/>
              <a:gd name="connsiteY130" fmla="*/ 1604429 h 4155795"/>
              <a:gd name="connsiteX131" fmla="*/ 6262974 w 7567517"/>
              <a:gd name="connsiteY131" fmla="*/ 2024577 h 4155795"/>
              <a:gd name="connsiteX132" fmla="*/ 6262878 w 7567517"/>
              <a:gd name="connsiteY132" fmla="*/ 2024958 h 4155795"/>
              <a:gd name="connsiteX133" fmla="*/ 6421089 w 7567517"/>
              <a:gd name="connsiteY133" fmla="*/ 2160880 h 4155795"/>
              <a:gd name="connsiteX134" fmla="*/ 6580632 w 7567517"/>
              <a:gd name="connsiteY134" fmla="*/ 1169042 h 4155795"/>
              <a:gd name="connsiteX135" fmla="*/ 6897529 w 7567517"/>
              <a:gd name="connsiteY135" fmla="*/ 1750829 h 4155795"/>
              <a:gd name="connsiteX136" fmla="*/ 6898577 w 7567517"/>
              <a:gd name="connsiteY136" fmla="*/ 1750067 h 4155795"/>
              <a:gd name="connsiteX137" fmla="*/ 7359301 w 7567517"/>
              <a:gd name="connsiteY137" fmla="*/ 3107856 h 4155795"/>
              <a:gd name="connsiteX138" fmla="*/ 7567422 w 7567517"/>
              <a:gd name="connsiteY138" fmla="*/ 2951360 h 4155795"/>
              <a:gd name="connsiteX139" fmla="*/ 7567422 w 7567517"/>
              <a:gd name="connsiteY139" fmla="*/ 2815914 h 415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7567517" h="4155795">
                <a:moveTo>
                  <a:pt x="7567517" y="2815914"/>
                </a:moveTo>
                <a:lnTo>
                  <a:pt x="7164134" y="1615288"/>
                </a:lnTo>
                <a:lnTo>
                  <a:pt x="7567517" y="2321472"/>
                </a:lnTo>
                <a:lnTo>
                  <a:pt x="7567517" y="1703585"/>
                </a:lnTo>
                <a:lnTo>
                  <a:pt x="7387019" y="1385259"/>
                </a:lnTo>
                <a:lnTo>
                  <a:pt x="7387209" y="1385164"/>
                </a:lnTo>
                <a:lnTo>
                  <a:pt x="7160990" y="751466"/>
                </a:lnTo>
                <a:lnTo>
                  <a:pt x="7567517" y="947109"/>
                </a:lnTo>
                <a:lnTo>
                  <a:pt x="7567517" y="660026"/>
                </a:lnTo>
                <a:lnTo>
                  <a:pt x="7037737" y="405137"/>
                </a:lnTo>
                <a:lnTo>
                  <a:pt x="7037642" y="405803"/>
                </a:lnTo>
                <a:lnTo>
                  <a:pt x="7037452" y="405422"/>
                </a:lnTo>
                <a:lnTo>
                  <a:pt x="6825806" y="563633"/>
                </a:lnTo>
                <a:lnTo>
                  <a:pt x="6801041" y="508007"/>
                </a:lnTo>
                <a:cubicBezTo>
                  <a:pt x="6851904" y="407708"/>
                  <a:pt x="6858191" y="274930"/>
                  <a:pt x="6808756" y="163964"/>
                </a:cubicBezTo>
                <a:cubicBezTo>
                  <a:pt x="6738842" y="7182"/>
                  <a:pt x="6583966" y="-46539"/>
                  <a:pt x="6462903" y="43949"/>
                </a:cubicBezTo>
                <a:cubicBezTo>
                  <a:pt x="6341840" y="134436"/>
                  <a:pt x="6300312" y="335033"/>
                  <a:pt x="6370225" y="491814"/>
                </a:cubicBezTo>
                <a:cubicBezTo>
                  <a:pt x="6419660" y="602780"/>
                  <a:pt x="6511671" y="662026"/>
                  <a:pt x="6604159" y="655168"/>
                </a:cubicBezTo>
                <a:lnTo>
                  <a:pt x="6628924" y="710794"/>
                </a:lnTo>
                <a:lnTo>
                  <a:pt x="6417278" y="869004"/>
                </a:lnTo>
                <a:lnTo>
                  <a:pt x="6417945" y="870243"/>
                </a:lnTo>
                <a:lnTo>
                  <a:pt x="6416326" y="869671"/>
                </a:lnTo>
                <a:lnTo>
                  <a:pt x="6297740" y="1763497"/>
                </a:lnTo>
                <a:lnTo>
                  <a:pt x="5727097" y="1238955"/>
                </a:lnTo>
                <a:lnTo>
                  <a:pt x="5726811" y="1239527"/>
                </a:lnTo>
                <a:lnTo>
                  <a:pt x="5726716" y="1239050"/>
                </a:lnTo>
                <a:lnTo>
                  <a:pt x="5490687" y="1320966"/>
                </a:lnTo>
                <a:lnTo>
                  <a:pt x="5477828" y="1258958"/>
                </a:lnTo>
                <a:cubicBezTo>
                  <a:pt x="5546979" y="1179138"/>
                  <a:pt x="5579650" y="1053027"/>
                  <a:pt x="5554028" y="929297"/>
                </a:cubicBezTo>
                <a:cubicBezTo>
                  <a:pt x="5517833" y="754418"/>
                  <a:pt x="5378958" y="650596"/>
                  <a:pt x="5243894" y="697459"/>
                </a:cubicBezTo>
                <a:cubicBezTo>
                  <a:pt x="5108829" y="744322"/>
                  <a:pt x="5028629" y="924059"/>
                  <a:pt x="5064824" y="1099033"/>
                </a:cubicBezTo>
                <a:cubicBezTo>
                  <a:pt x="5090446" y="1222763"/>
                  <a:pt x="5167408" y="1310869"/>
                  <a:pt x="5258181" y="1335253"/>
                </a:cubicBezTo>
                <a:lnTo>
                  <a:pt x="5271040" y="1397261"/>
                </a:lnTo>
                <a:lnTo>
                  <a:pt x="5035010" y="1479176"/>
                </a:lnTo>
                <a:lnTo>
                  <a:pt x="5035392" y="1480604"/>
                </a:lnTo>
                <a:lnTo>
                  <a:pt x="5033867" y="1479557"/>
                </a:lnTo>
                <a:lnTo>
                  <a:pt x="4742212" y="2306613"/>
                </a:lnTo>
                <a:lnTo>
                  <a:pt x="4295490" y="1607096"/>
                </a:lnTo>
                <a:lnTo>
                  <a:pt x="4295108" y="1607573"/>
                </a:lnTo>
                <a:lnTo>
                  <a:pt x="4295108" y="1607096"/>
                </a:lnTo>
                <a:lnTo>
                  <a:pt x="4050792" y="1607096"/>
                </a:lnTo>
                <a:lnTo>
                  <a:pt x="4050792" y="1542898"/>
                </a:lnTo>
                <a:cubicBezTo>
                  <a:pt x="4133564" y="1488987"/>
                  <a:pt x="4190333" y="1378116"/>
                  <a:pt x="4190333" y="1250004"/>
                </a:cubicBezTo>
                <a:cubicBezTo>
                  <a:pt x="4190333" y="1068934"/>
                  <a:pt x="4076986" y="922154"/>
                  <a:pt x="3937159" y="922154"/>
                </a:cubicBezTo>
                <a:cubicBezTo>
                  <a:pt x="3797332" y="922154"/>
                  <a:pt x="3683984" y="1068934"/>
                  <a:pt x="3683984" y="1250004"/>
                </a:cubicBezTo>
                <a:cubicBezTo>
                  <a:pt x="3683984" y="1378116"/>
                  <a:pt x="3740753" y="1488987"/>
                  <a:pt x="3823526" y="1542898"/>
                </a:cubicBezTo>
                <a:lnTo>
                  <a:pt x="3823526" y="1607096"/>
                </a:lnTo>
                <a:lnTo>
                  <a:pt x="3579209" y="1607096"/>
                </a:lnTo>
                <a:lnTo>
                  <a:pt x="3579305" y="1608621"/>
                </a:lnTo>
                <a:lnTo>
                  <a:pt x="3578066" y="1607096"/>
                </a:lnTo>
                <a:lnTo>
                  <a:pt x="3130868" y="2308899"/>
                </a:lnTo>
                <a:lnTo>
                  <a:pt x="2838545" y="1484605"/>
                </a:lnTo>
                <a:lnTo>
                  <a:pt x="2838069" y="1484891"/>
                </a:lnTo>
                <a:lnTo>
                  <a:pt x="2838164" y="1484510"/>
                </a:lnTo>
                <a:lnTo>
                  <a:pt x="2602135" y="1402595"/>
                </a:lnTo>
                <a:lnTo>
                  <a:pt x="2614994" y="1340587"/>
                </a:lnTo>
                <a:cubicBezTo>
                  <a:pt x="2705672" y="1316203"/>
                  <a:pt x="2782729" y="1228097"/>
                  <a:pt x="2808351" y="1104367"/>
                </a:cubicBezTo>
                <a:cubicBezTo>
                  <a:pt x="2844546" y="929488"/>
                  <a:pt x="2764346" y="749656"/>
                  <a:pt x="2629281" y="702793"/>
                </a:cubicBezTo>
                <a:cubicBezTo>
                  <a:pt x="2494216" y="655930"/>
                  <a:pt x="2355342" y="759752"/>
                  <a:pt x="2319147" y="934631"/>
                </a:cubicBezTo>
                <a:cubicBezTo>
                  <a:pt x="2293525" y="1058361"/>
                  <a:pt x="2326196" y="1184472"/>
                  <a:pt x="2395347" y="1264292"/>
                </a:cubicBezTo>
                <a:lnTo>
                  <a:pt x="2382488" y="1326300"/>
                </a:lnTo>
                <a:lnTo>
                  <a:pt x="2146459" y="1244384"/>
                </a:lnTo>
                <a:lnTo>
                  <a:pt x="2146268" y="1245908"/>
                </a:lnTo>
                <a:lnTo>
                  <a:pt x="2145411" y="1244004"/>
                </a:lnTo>
                <a:lnTo>
                  <a:pt x="1572197" y="1772832"/>
                </a:lnTo>
                <a:lnTo>
                  <a:pt x="1454944" y="877672"/>
                </a:lnTo>
                <a:lnTo>
                  <a:pt x="1454468" y="877862"/>
                </a:lnTo>
                <a:lnTo>
                  <a:pt x="1454658" y="877481"/>
                </a:lnTo>
                <a:lnTo>
                  <a:pt x="1243013" y="719271"/>
                </a:lnTo>
                <a:lnTo>
                  <a:pt x="1267778" y="663645"/>
                </a:lnTo>
                <a:cubicBezTo>
                  <a:pt x="1360265" y="670503"/>
                  <a:pt x="1452277" y="611258"/>
                  <a:pt x="1501712" y="500291"/>
                </a:cubicBezTo>
                <a:cubicBezTo>
                  <a:pt x="1571625" y="343510"/>
                  <a:pt x="1530096" y="143009"/>
                  <a:pt x="1409033" y="52426"/>
                </a:cubicBezTo>
                <a:cubicBezTo>
                  <a:pt x="1288066" y="-38157"/>
                  <a:pt x="1133189" y="15564"/>
                  <a:pt x="1063276" y="172346"/>
                </a:cubicBezTo>
                <a:cubicBezTo>
                  <a:pt x="1013841" y="283312"/>
                  <a:pt x="1020128" y="416090"/>
                  <a:pt x="1070991" y="516389"/>
                </a:cubicBezTo>
                <a:lnTo>
                  <a:pt x="1046226" y="572015"/>
                </a:lnTo>
                <a:lnTo>
                  <a:pt x="834581" y="413804"/>
                </a:lnTo>
                <a:lnTo>
                  <a:pt x="834104" y="415233"/>
                </a:lnTo>
                <a:lnTo>
                  <a:pt x="833628" y="413138"/>
                </a:lnTo>
                <a:lnTo>
                  <a:pt x="0" y="814140"/>
                </a:lnTo>
                <a:lnTo>
                  <a:pt x="0" y="996734"/>
                </a:lnTo>
                <a:lnTo>
                  <a:pt x="20574" y="1091127"/>
                </a:lnTo>
                <a:lnTo>
                  <a:pt x="711422" y="758705"/>
                </a:lnTo>
                <a:lnTo>
                  <a:pt x="484918" y="1393451"/>
                </a:lnTo>
                <a:lnTo>
                  <a:pt x="485966" y="1394213"/>
                </a:lnTo>
                <a:lnTo>
                  <a:pt x="0" y="2251272"/>
                </a:lnTo>
                <a:lnTo>
                  <a:pt x="0" y="2732380"/>
                </a:lnTo>
                <a:lnTo>
                  <a:pt x="53245" y="2772004"/>
                </a:lnTo>
                <a:lnTo>
                  <a:pt x="708755" y="1624432"/>
                </a:lnTo>
                <a:lnTo>
                  <a:pt x="269081" y="2933262"/>
                </a:lnTo>
                <a:lnTo>
                  <a:pt x="513493" y="3117095"/>
                </a:lnTo>
                <a:lnTo>
                  <a:pt x="974217" y="1759306"/>
                </a:lnTo>
                <a:lnTo>
                  <a:pt x="974408" y="1759401"/>
                </a:lnTo>
                <a:lnTo>
                  <a:pt x="1289209" y="1181424"/>
                </a:lnTo>
                <a:lnTo>
                  <a:pt x="1439894" y="2172405"/>
                </a:lnTo>
                <a:lnTo>
                  <a:pt x="2098072" y="1607954"/>
                </a:lnTo>
                <a:lnTo>
                  <a:pt x="2004632" y="2307851"/>
                </a:lnTo>
                <a:lnTo>
                  <a:pt x="2005775" y="2308232"/>
                </a:lnTo>
                <a:lnTo>
                  <a:pt x="1590008" y="3690119"/>
                </a:lnTo>
                <a:lnTo>
                  <a:pt x="1863185" y="3783940"/>
                </a:lnTo>
                <a:lnTo>
                  <a:pt x="2267045" y="2455774"/>
                </a:lnTo>
                <a:lnTo>
                  <a:pt x="2103882" y="3867379"/>
                </a:lnTo>
                <a:lnTo>
                  <a:pt x="2376773" y="3963010"/>
                </a:lnTo>
                <a:lnTo>
                  <a:pt x="2550319" y="2497113"/>
                </a:lnTo>
                <a:lnTo>
                  <a:pt x="2550509" y="2497208"/>
                </a:lnTo>
                <a:lnTo>
                  <a:pt x="2739676" y="1831315"/>
                </a:lnTo>
                <a:lnTo>
                  <a:pt x="3087338" y="2733142"/>
                </a:lnTo>
                <a:lnTo>
                  <a:pt x="3605022" y="1974476"/>
                </a:lnTo>
                <a:lnTo>
                  <a:pt x="3654647" y="2681707"/>
                </a:lnTo>
                <a:lnTo>
                  <a:pt x="3655790" y="2681707"/>
                </a:lnTo>
                <a:lnTo>
                  <a:pt x="3530441" y="4155796"/>
                </a:lnTo>
                <a:lnTo>
                  <a:pt x="3813143" y="4154843"/>
                </a:lnTo>
                <a:lnTo>
                  <a:pt x="3937730" y="2736666"/>
                </a:lnTo>
                <a:lnTo>
                  <a:pt x="4062317" y="4154843"/>
                </a:lnTo>
                <a:lnTo>
                  <a:pt x="4345020" y="4155796"/>
                </a:lnTo>
                <a:lnTo>
                  <a:pt x="4219671" y="2681707"/>
                </a:lnTo>
                <a:lnTo>
                  <a:pt x="4219861" y="2681707"/>
                </a:lnTo>
                <a:lnTo>
                  <a:pt x="4269296" y="1977238"/>
                </a:lnTo>
                <a:lnTo>
                  <a:pt x="4784789" y="2740381"/>
                </a:lnTo>
                <a:lnTo>
                  <a:pt x="4873085" y="2511114"/>
                </a:lnTo>
                <a:lnTo>
                  <a:pt x="4872609" y="2510352"/>
                </a:lnTo>
                <a:lnTo>
                  <a:pt x="5133689" y="1826267"/>
                </a:lnTo>
                <a:lnTo>
                  <a:pt x="5322761" y="2491874"/>
                </a:lnTo>
                <a:lnTo>
                  <a:pt x="5323904" y="2491493"/>
                </a:lnTo>
                <a:lnTo>
                  <a:pt x="5497449" y="3957390"/>
                </a:lnTo>
                <a:lnTo>
                  <a:pt x="5770340" y="3861759"/>
                </a:lnTo>
                <a:lnTo>
                  <a:pt x="5607177" y="2450154"/>
                </a:lnTo>
                <a:lnTo>
                  <a:pt x="6011037" y="3778320"/>
                </a:lnTo>
                <a:lnTo>
                  <a:pt x="6284214" y="3684499"/>
                </a:lnTo>
                <a:lnTo>
                  <a:pt x="5868448" y="2302612"/>
                </a:lnTo>
                <a:lnTo>
                  <a:pt x="5868639" y="2302517"/>
                </a:lnTo>
                <a:lnTo>
                  <a:pt x="5775484" y="1604429"/>
                </a:lnTo>
                <a:lnTo>
                  <a:pt x="6262974" y="2024577"/>
                </a:lnTo>
                <a:lnTo>
                  <a:pt x="6262878" y="2024958"/>
                </a:lnTo>
                <a:lnTo>
                  <a:pt x="6421089" y="2160880"/>
                </a:lnTo>
                <a:lnTo>
                  <a:pt x="6580632" y="1169042"/>
                </a:lnTo>
                <a:lnTo>
                  <a:pt x="6897529" y="1750829"/>
                </a:lnTo>
                <a:lnTo>
                  <a:pt x="6898577" y="1750067"/>
                </a:lnTo>
                <a:lnTo>
                  <a:pt x="7359301" y="3107856"/>
                </a:lnTo>
                <a:lnTo>
                  <a:pt x="7567422" y="2951360"/>
                </a:lnTo>
                <a:lnTo>
                  <a:pt x="7567422" y="2815914"/>
                </a:lnTo>
                <a:close/>
              </a:path>
            </a:pathLst>
          </a:custGeom>
          <a:gradFill>
            <a:gsLst>
              <a:gs pos="0">
                <a:schemeClr val="tx1">
                  <a:alpha val="30000"/>
                </a:schemeClr>
              </a:gs>
              <a:gs pos="100000">
                <a:schemeClr val="tx2">
                  <a:alpha val="50000"/>
                </a:schemeClr>
              </a:gs>
            </a:gsLst>
            <a:lin ang="0" scaled="1"/>
          </a:gradFill>
          <a:ln w="9525" cap="flat">
            <a:noFill/>
            <a:prstDash val="solid"/>
            <a:miter/>
          </a:ln>
        </p:spPr>
        <p:txBody>
          <a:bodyPr rtlCol="0" anchor="ctr"/>
          <a:lstStyle>
            <a:defPPr>
              <a:defRPr lang="ru-RU"/>
            </a:defPPr>
          </a:lstStyle>
          <a:p>
            <a:pPr rtl="0"/>
            <a:endParaRPr lang="ru-RU" b="1" noProof="0" dirty="0"/>
          </a:p>
        </p:txBody>
      </p:sp>
      <p:grpSp>
        <p:nvGrpSpPr>
          <p:cNvPr id="36" name="Группа 35">
            <a:extLst>
              <a:ext uri="{FF2B5EF4-FFF2-40B4-BE49-F238E27FC236}">
                <a16:creationId xmlns:a16="http://schemas.microsoft.com/office/drawing/2014/main" id="{72B1477F-67AA-4C0E-90E7-B55870ECCA58}"/>
              </a:ext>
            </a:extLst>
          </p:cNvPr>
          <p:cNvGrpSpPr/>
          <p:nvPr userDrawn="1"/>
        </p:nvGrpSpPr>
        <p:grpSpPr>
          <a:xfrm>
            <a:off x="8067600" y="4778836"/>
            <a:ext cx="1990800" cy="3144703"/>
            <a:chOff x="8067600" y="4778836"/>
            <a:chExt cx="1990800" cy="3144703"/>
          </a:xfrm>
        </p:grpSpPr>
        <p:pic>
          <p:nvPicPr>
            <p:cNvPr id="10" name="Графический объект 9">
              <a:extLst>
                <a:ext uri="{FF2B5EF4-FFF2-40B4-BE49-F238E27FC236}">
                  <a16:creationId xmlns:a16="http://schemas.microsoft.com/office/drawing/2014/main" id="{37066884-D423-4D3A-89FA-8F790F6AF57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067600" y="4778836"/>
              <a:ext cx="1990800" cy="3144703"/>
            </a:xfrm>
            <a:prstGeom prst="rect">
              <a:avLst/>
            </a:prstGeom>
          </p:spPr>
        </p:pic>
        <p:sp>
          <p:nvSpPr>
            <p:cNvPr id="13" name="Графический объект 11">
              <a:extLst>
                <a:ext uri="{FF2B5EF4-FFF2-40B4-BE49-F238E27FC236}">
                  <a16:creationId xmlns:a16="http://schemas.microsoft.com/office/drawing/2014/main" id="{2805E611-17CA-4C0A-8645-2F9904272A50}"/>
                </a:ext>
              </a:extLst>
            </p:cNvPr>
            <p:cNvSpPr/>
            <p:nvPr/>
          </p:nvSpPr>
          <p:spPr>
            <a:xfrm>
              <a:off x="8328876" y="4787254"/>
              <a:ext cx="1729524" cy="2731540"/>
            </a:xfrm>
            <a:custGeom>
              <a:avLst/>
              <a:gdLst>
                <a:gd name="connsiteX0" fmla="*/ 1729525 w 1729524"/>
                <a:gd name="connsiteY0" fmla="*/ 2731541 h 2731540"/>
                <a:gd name="connsiteX1" fmla="*/ 1729525 w 1729524"/>
                <a:gd name="connsiteY1" fmla="*/ 2107682 h 2731540"/>
                <a:gd name="connsiteX2" fmla="*/ 1213539 w 1729524"/>
                <a:gd name="connsiteY2" fmla="*/ 1404920 h 2731540"/>
                <a:gd name="connsiteX3" fmla="*/ 1213793 w 1729524"/>
                <a:gd name="connsiteY3" fmla="*/ 1404793 h 2731540"/>
                <a:gd name="connsiteX4" fmla="*/ 916729 w 1729524"/>
                <a:gd name="connsiteY4" fmla="*/ 762129 h 2731540"/>
                <a:gd name="connsiteX5" fmla="*/ 1729525 w 1729524"/>
                <a:gd name="connsiteY5" fmla="*/ 1064148 h 2731540"/>
                <a:gd name="connsiteX6" fmla="*/ 1729525 w 1729524"/>
                <a:gd name="connsiteY6" fmla="*/ 773183 h 2731540"/>
                <a:gd name="connsiteX7" fmla="*/ 754984 w 1729524"/>
                <a:gd name="connsiteY7" fmla="*/ 411065 h 2731540"/>
                <a:gd name="connsiteX8" fmla="*/ 754856 w 1729524"/>
                <a:gd name="connsiteY8" fmla="*/ 411701 h 2731540"/>
                <a:gd name="connsiteX9" fmla="*/ 754602 w 1729524"/>
                <a:gd name="connsiteY9" fmla="*/ 411320 h 2731540"/>
                <a:gd name="connsiteX10" fmla="*/ 476725 w 1729524"/>
                <a:gd name="connsiteY10" fmla="*/ 571668 h 2731540"/>
                <a:gd name="connsiteX11" fmla="*/ 444198 w 1729524"/>
                <a:gd name="connsiteY11" fmla="*/ 515254 h 2731540"/>
                <a:gd name="connsiteX12" fmla="*/ 454362 w 1729524"/>
                <a:gd name="connsiteY12" fmla="*/ 166350 h 2731540"/>
                <a:gd name="connsiteX13" fmla="*/ 0 w 1729524"/>
                <a:gd name="connsiteY13" fmla="*/ 44628 h 2731540"/>
                <a:gd name="connsiteX14" fmla="*/ 923082 w 1729524"/>
                <a:gd name="connsiteY14" fmla="*/ 1643536 h 2731540"/>
                <a:gd name="connsiteX15" fmla="*/ 920795 w 1729524"/>
                <a:gd name="connsiteY15" fmla="*/ 1638200 h 2731540"/>
                <a:gd name="connsiteX16" fmla="*/ 1729525 w 1729524"/>
                <a:gd name="connsiteY16" fmla="*/ 2731541 h 2731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29524" h="2731540">
                  <a:moveTo>
                    <a:pt x="1729525" y="2731541"/>
                  </a:moveTo>
                  <a:lnTo>
                    <a:pt x="1729525" y="2107682"/>
                  </a:lnTo>
                  <a:lnTo>
                    <a:pt x="1213539" y="1404920"/>
                  </a:lnTo>
                  <a:lnTo>
                    <a:pt x="1213793" y="1404793"/>
                  </a:lnTo>
                  <a:lnTo>
                    <a:pt x="916729" y="762129"/>
                  </a:lnTo>
                  <a:lnTo>
                    <a:pt x="1729525" y="1064148"/>
                  </a:lnTo>
                  <a:lnTo>
                    <a:pt x="1729525" y="773183"/>
                  </a:lnTo>
                  <a:lnTo>
                    <a:pt x="754984" y="411065"/>
                  </a:lnTo>
                  <a:lnTo>
                    <a:pt x="754856" y="411701"/>
                  </a:lnTo>
                  <a:lnTo>
                    <a:pt x="754602" y="411320"/>
                  </a:lnTo>
                  <a:lnTo>
                    <a:pt x="476725" y="571668"/>
                  </a:lnTo>
                  <a:lnTo>
                    <a:pt x="444198" y="515254"/>
                  </a:lnTo>
                  <a:cubicBezTo>
                    <a:pt x="510904" y="413607"/>
                    <a:pt x="519289" y="278924"/>
                    <a:pt x="454362" y="166350"/>
                  </a:cubicBezTo>
                  <a:cubicBezTo>
                    <a:pt x="362372" y="7272"/>
                    <a:pt x="159078" y="-47236"/>
                    <a:pt x="0" y="44628"/>
                  </a:cubicBezTo>
                  <a:lnTo>
                    <a:pt x="923082" y="1643536"/>
                  </a:lnTo>
                  <a:lnTo>
                    <a:pt x="920795" y="1638200"/>
                  </a:lnTo>
                  <a:lnTo>
                    <a:pt x="1729525" y="2731541"/>
                  </a:lnTo>
                  <a:close/>
                </a:path>
              </a:pathLst>
            </a:custGeom>
            <a:gradFill>
              <a:gsLst>
                <a:gs pos="0">
                  <a:schemeClr val="tx1">
                    <a:alpha val="20000"/>
                  </a:schemeClr>
                </a:gs>
                <a:gs pos="100000">
                  <a:schemeClr val="accent5">
                    <a:lumMod val="50000"/>
                    <a:alpha val="20000"/>
                  </a:schemeClr>
                </a:gs>
              </a:gsLst>
              <a:lin ang="0" scaled="1"/>
            </a:gradFill>
            <a:ln w="12677" cap="flat">
              <a:noFill/>
              <a:prstDash val="solid"/>
              <a:miter/>
            </a:ln>
          </p:spPr>
          <p:txBody>
            <a:bodyPr rtlCol="0" anchor="ctr"/>
            <a:lstStyle>
              <a:defPPr>
                <a:defRPr lang="ru-RU"/>
              </a:defPPr>
            </a:lstStyle>
            <a:p>
              <a:pPr rtl="0"/>
              <a:endParaRPr lang="ru-RU" b="1" noProof="0" dirty="0"/>
            </a:p>
          </p:txBody>
        </p:sp>
      </p:grpSp>
      <p:grpSp>
        <p:nvGrpSpPr>
          <p:cNvPr id="34" name="Группа 33">
            <a:extLst>
              <a:ext uri="{FF2B5EF4-FFF2-40B4-BE49-F238E27FC236}">
                <a16:creationId xmlns:a16="http://schemas.microsoft.com/office/drawing/2014/main" id="{36ED5E47-6297-4E09-AEBF-AA6E39ADF0AD}"/>
              </a:ext>
            </a:extLst>
          </p:cNvPr>
          <p:cNvGrpSpPr/>
          <p:nvPr userDrawn="1"/>
        </p:nvGrpSpPr>
        <p:grpSpPr>
          <a:xfrm>
            <a:off x="5964077" y="5463003"/>
            <a:ext cx="2362841" cy="3317340"/>
            <a:chOff x="5964077" y="5463003"/>
            <a:chExt cx="2362841" cy="3317340"/>
          </a:xfrm>
        </p:grpSpPr>
        <p:pic>
          <p:nvPicPr>
            <p:cNvPr id="15" name="Графический объект 14">
              <a:extLst>
                <a:ext uri="{FF2B5EF4-FFF2-40B4-BE49-F238E27FC236}">
                  <a16:creationId xmlns:a16="http://schemas.microsoft.com/office/drawing/2014/main" id="{A8D56A47-AE9F-42E3-B1F5-A82339C5759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64077" y="5464743"/>
              <a:ext cx="2362841" cy="3315600"/>
            </a:xfrm>
            <a:prstGeom prst="rect">
              <a:avLst/>
            </a:prstGeom>
          </p:spPr>
        </p:pic>
        <p:sp>
          <p:nvSpPr>
            <p:cNvPr id="29" name="Графический объект 15">
              <a:extLst>
                <a:ext uri="{FF2B5EF4-FFF2-40B4-BE49-F238E27FC236}">
                  <a16:creationId xmlns:a16="http://schemas.microsoft.com/office/drawing/2014/main" id="{65DD729F-DF16-4101-A8BC-0C771F3F42DA}"/>
                </a:ext>
              </a:extLst>
            </p:cNvPr>
            <p:cNvSpPr/>
            <p:nvPr/>
          </p:nvSpPr>
          <p:spPr>
            <a:xfrm>
              <a:off x="6723961" y="5463003"/>
              <a:ext cx="1595220" cy="3133292"/>
            </a:xfrm>
            <a:custGeom>
              <a:avLst/>
              <a:gdLst>
                <a:gd name="connsiteX0" fmla="*/ 697449 w 1595220"/>
                <a:gd name="connsiteY0" fmla="*/ 930502 h 3133292"/>
                <a:gd name="connsiteX1" fmla="*/ 1544442 w 1595220"/>
                <a:gd name="connsiteY1" fmla="*/ 1494402 h 3133292"/>
                <a:gd name="connsiteX2" fmla="*/ 1595221 w 1595220"/>
                <a:gd name="connsiteY2" fmla="*/ 1242793 h 3133292"/>
                <a:gd name="connsiteX3" fmla="*/ 633848 w 1595220"/>
                <a:gd name="connsiteY3" fmla="*/ 560197 h 3133292"/>
                <a:gd name="connsiteX4" fmla="*/ 633467 w 1595220"/>
                <a:gd name="connsiteY4" fmla="*/ 560704 h 3133292"/>
                <a:gd name="connsiteX5" fmla="*/ 633341 w 1595220"/>
                <a:gd name="connsiteY5" fmla="*/ 560197 h 3133292"/>
                <a:gd name="connsiteX6" fmla="*/ 323716 w 1595220"/>
                <a:gd name="connsiteY6" fmla="*/ 643220 h 3133292"/>
                <a:gd name="connsiteX7" fmla="*/ 306832 w 1595220"/>
                <a:gd name="connsiteY7" fmla="*/ 580381 h 3133292"/>
                <a:gd name="connsiteX8" fmla="*/ 406866 w 1595220"/>
                <a:gd name="connsiteY8" fmla="*/ 246256 h 3133292"/>
                <a:gd name="connsiteX9" fmla="*/ 0 w 1595220"/>
                <a:gd name="connsiteY9" fmla="*/ 11403 h 3133292"/>
                <a:gd name="connsiteX10" fmla="*/ 477449 w 1595220"/>
                <a:gd name="connsiteY10" fmla="*/ 1793236 h 3133292"/>
                <a:gd name="connsiteX11" fmla="*/ 476560 w 1595220"/>
                <a:gd name="connsiteY11" fmla="*/ 1787524 h 3133292"/>
                <a:gd name="connsiteX12" fmla="*/ 1006312 w 1595220"/>
                <a:gd name="connsiteY12" fmla="*/ 3133293 h 3133292"/>
                <a:gd name="connsiteX13" fmla="*/ 1364811 w 1595220"/>
                <a:gd name="connsiteY13" fmla="*/ 3038209 h 3133292"/>
                <a:gd name="connsiteX14" fmla="*/ 819318 w 1595220"/>
                <a:gd name="connsiteY14" fmla="*/ 1637980 h 3133292"/>
                <a:gd name="connsiteX15" fmla="*/ 819572 w 1595220"/>
                <a:gd name="connsiteY15" fmla="*/ 1637980 h 3133292"/>
                <a:gd name="connsiteX16" fmla="*/ 697449 w 1595220"/>
                <a:gd name="connsiteY16" fmla="*/ 930502 h 313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95220" h="3133292">
                  <a:moveTo>
                    <a:pt x="697449" y="930502"/>
                  </a:moveTo>
                  <a:lnTo>
                    <a:pt x="1544442" y="1494402"/>
                  </a:lnTo>
                  <a:lnTo>
                    <a:pt x="1595221" y="1242793"/>
                  </a:lnTo>
                  <a:lnTo>
                    <a:pt x="633848" y="560197"/>
                  </a:lnTo>
                  <a:lnTo>
                    <a:pt x="633467" y="560704"/>
                  </a:lnTo>
                  <a:lnTo>
                    <a:pt x="633341" y="560197"/>
                  </a:lnTo>
                  <a:lnTo>
                    <a:pt x="323716" y="643220"/>
                  </a:lnTo>
                  <a:lnTo>
                    <a:pt x="306832" y="580381"/>
                  </a:lnTo>
                  <a:cubicBezTo>
                    <a:pt x="397472" y="499516"/>
                    <a:pt x="440380" y="371680"/>
                    <a:pt x="406866" y="246256"/>
                  </a:cubicBezTo>
                  <a:cubicBezTo>
                    <a:pt x="359388" y="69037"/>
                    <a:pt x="177219" y="-36075"/>
                    <a:pt x="0" y="11403"/>
                  </a:cubicBezTo>
                  <a:lnTo>
                    <a:pt x="477449" y="1793236"/>
                  </a:lnTo>
                  <a:lnTo>
                    <a:pt x="476560" y="1787524"/>
                  </a:lnTo>
                  <a:lnTo>
                    <a:pt x="1006312" y="3133293"/>
                  </a:lnTo>
                  <a:lnTo>
                    <a:pt x="1364811" y="3038209"/>
                  </a:lnTo>
                  <a:lnTo>
                    <a:pt x="819318" y="1637980"/>
                  </a:lnTo>
                  <a:lnTo>
                    <a:pt x="819572" y="1637980"/>
                  </a:lnTo>
                  <a:lnTo>
                    <a:pt x="697449" y="930502"/>
                  </a:lnTo>
                  <a:close/>
                </a:path>
              </a:pathLst>
            </a:custGeom>
            <a:gradFill>
              <a:gsLst>
                <a:gs pos="0">
                  <a:schemeClr val="tx1">
                    <a:alpha val="20000"/>
                  </a:schemeClr>
                </a:gs>
                <a:gs pos="100000">
                  <a:schemeClr val="accent6">
                    <a:lumMod val="50000"/>
                    <a:alpha val="20000"/>
                  </a:schemeClr>
                </a:gs>
              </a:gsLst>
              <a:lin ang="0" scaled="1"/>
            </a:gradFill>
            <a:ln w="12624" cap="flat">
              <a:noFill/>
              <a:prstDash val="solid"/>
              <a:miter/>
            </a:ln>
          </p:spPr>
          <p:txBody>
            <a:bodyPr rtlCol="0" anchor="ctr"/>
            <a:lstStyle>
              <a:defPPr>
                <a:defRPr lang="ru-RU"/>
              </a:defPPr>
            </a:lstStyle>
            <a:p>
              <a:pPr rtl="0"/>
              <a:endParaRPr lang="ru-RU" b="1" noProof="0" dirty="0"/>
            </a:p>
          </p:txBody>
        </p:sp>
      </p:grpSp>
      <p:grpSp>
        <p:nvGrpSpPr>
          <p:cNvPr id="35" name="Группа 34">
            <a:extLst>
              <a:ext uri="{FF2B5EF4-FFF2-40B4-BE49-F238E27FC236}">
                <a16:creationId xmlns:a16="http://schemas.microsoft.com/office/drawing/2014/main" id="{547A7A3D-C80D-4F21-8B5C-D3B88229E0A8}"/>
              </a:ext>
            </a:extLst>
          </p:cNvPr>
          <p:cNvGrpSpPr/>
          <p:nvPr userDrawn="1"/>
        </p:nvGrpSpPr>
        <p:grpSpPr>
          <a:xfrm>
            <a:off x="3786199" y="5708407"/>
            <a:ext cx="2455265" cy="3282110"/>
            <a:chOff x="3786199" y="5708407"/>
            <a:chExt cx="2455265" cy="3282110"/>
          </a:xfrm>
        </p:grpSpPr>
        <p:pic>
          <p:nvPicPr>
            <p:cNvPr id="31" name="Графический объект 30">
              <a:extLst>
                <a:ext uri="{FF2B5EF4-FFF2-40B4-BE49-F238E27FC236}">
                  <a16:creationId xmlns:a16="http://schemas.microsoft.com/office/drawing/2014/main" id="{0B11A9D3-9AF8-4E5D-997B-EB1E1693EE8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786199" y="5710917"/>
              <a:ext cx="2453344" cy="3279600"/>
            </a:xfrm>
            <a:prstGeom prst="rect">
              <a:avLst/>
            </a:prstGeom>
          </p:spPr>
        </p:pic>
        <p:sp>
          <p:nvSpPr>
            <p:cNvPr id="33" name="Графический объект 31">
              <a:extLst>
                <a:ext uri="{FF2B5EF4-FFF2-40B4-BE49-F238E27FC236}">
                  <a16:creationId xmlns:a16="http://schemas.microsoft.com/office/drawing/2014/main" id="{209CB59F-0A15-4213-A37E-77BDF5841C38}"/>
                </a:ext>
              </a:extLst>
            </p:cNvPr>
            <p:cNvSpPr/>
            <p:nvPr/>
          </p:nvSpPr>
          <p:spPr>
            <a:xfrm>
              <a:off x="5013864" y="5708407"/>
              <a:ext cx="1227600" cy="3279600"/>
            </a:xfrm>
            <a:custGeom>
              <a:avLst/>
              <a:gdLst>
                <a:gd name="connsiteX0" fmla="*/ 326898 w 921258"/>
                <a:gd name="connsiteY0" fmla="*/ 802291 h 2458688"/>
                <a:gd name="connsiteX1" fmla="*/ 834390 w 921258"/>
                <a:gd name="connsiteY1" fmla="*/ 1382459 h 2458688"/>
                <a:gd name="connsiteX2" fmla="*/ 921258 w 921258"/>
                <a:gd name="connsiteY2" fmla="*/ 1208151 h 2458688"/>
                <a:gd name="connsiteX3" fmla="*/ 352806 w 921258"/>
                <a:gd name="connsiteY3" fmla="*/ 520827 h 2458688"/>
                <a:gd name="connsiteX4" fmla="*/ 352425 w 921258"/>
                <a:gd name="connsiteY4" fmla="*/ 521113 h 2458688"/>
                <a:gd name="connsiteX5" fmla="*/ 352425 w 921258"/>
                <a:gd name="connsiteY5" fmla="*/ 520732 h 2458688"/>
                <a:gd name="connsiteX6" fmla="*/ 111919 w 921258"/>
                <a:gd name="connsiteY6" fmla="*/ 520732 h 2458688"/>
                <a:gd name="connsiteX7" fmla="*/ 111919 w 921258"/>
                <a:gd name="connsiteY7" fmla="*/ 471869 h 2458688"/>
                <a:gd name="connsiteX8" fmla="*/ 249269 w 921258"/>
                <a:gd name="connsiteY8" fmla="*/ 249174 h 2458688"/>
                <a:gd name="connsiteX9" fmla="*/ 0 w 921258"/>
                <a:gd name="connsiteY9" fmla="*/ 0 h 2458688"/>
                <a:gd name="connsiteX10" fmla="*/ 0 w 921258"/>
                <a:gd name="connsiteY10" fmla="*/ 1384078 h 2458688"/>
                <a:gd name="connsiteX11" fmla="*/ 476 w 921258"/>
                <a:gd name="connsiteY11" fmla="*/ 1379792 h 2458688"/>
                <a:gd name="connsiteX12" fmla="*/ 123158 w 921258"/>
                <a:gd name="connsiteY12" fmla="*/ 2458022 h 2458688"/>
                <a:gd name="connsiteX13" fmla="*/ 401384 w 921258"/>
                <a:gd name="connsiteY13" fmla="*/ 2458688 h 2458688"/>
                <a:gd name="connsiteX14" fmla="*/ 278035 w 921258"/>
                <a:gd name="connsiteY14" fmla="*/ 1337977 h 2458688"/>
                <a:gd name="connsiteX15" fmla="*/ 278225 w 921258"/>
                <a:gd name="connsiteY15" fmla="*/ 1337977 h 2458688"/>
                <a:gd name="connsiteX16" fmla="*/ 326898 w 921258"/>
                <a:gd name="connsiteY16" fmla="*/ 802291 h 2458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1258" h="2458688">
                  <a:moveTo>
                    <a:pt x="326898" y="802291"/>
                  </a:moveTo>
                  <a:lnTo>
                    <a:pt x="834390" y="1382459"/>
                  </a:lnTo>
                  <a:lnTo>
                    <a:pt x="921258" y="1208151"/>
                  </a:lnTo>
                  <a:lnTo>
                    <a:pt x="352806" y="520827"/>
                  </a:lnTo>
                  <a:lnTo>
                    <a:pt x="352425" y="521113"/>
                  </a:lnTo>
                  <a:lnTo>
                    <a:pt x="352425" y="520732"/>
                  </a:lnTo>
                  <a:lnTo>
                    <a:pt x="111919" y="520732"/>
                  </a:lnTo>
                  <a:lnTo>
                    <a:pt x="111919" y="471869"/>
                  </a:lnTo>
                  <a:cubicBezTo>
                    <a:pt x="193358" y="430816"/>
                    <a:pt x="249269" y="346520"/>
                    <a:pt x="249269" y="249174"/>
                  </a:cubicBezTo>
                  <a:cubicBezTo>
                    <a:pt x="249269" y="111633"/>
                    <a:pt x="137636" y="0"/>
                    <a:pt x="0" y="0"/>
                  </a:cubicBezTo>
                  <a:lnTo>
                    <a:pt x="0" y="1384078"/>
                  </a:lnTo>
                  <a:lnTo>
                    <a:pt x="476" y="1379792"/>
                  </a:lnTo>
                  <a:lnTo>
                    <a:pt x="123158" y="2458022"/>
                  </a:lnTo>
                  <a:lnTo>
                    <a:pt x="401384" y="2458688"/>
                  </a:lnTo>
                  <a:lnTo>
                    <a:pt x="278035" y="1337977"/>
                  </a:lnTo>
                  <a:lnTo>
                    <a:pt x="278225" y="1337977"/>
                  </a:lnTo>
                  <a:lnTo>
                    <a:pt x="326898" y="802291"/>
                  </a:lnTo>
                  <a:close/>
                </a:path>
              </a:pathLst>
            </a:custGeom>
            <a:gradFill>
              <a:gsLst>
                <a:gs pos="0">
                  <a:schemeClr val="tx1">
                    <a:alpha val="20000"/>
                  </a:schemeClr>
                </a:gs>
                <a:gs pos="100000">
                  <a:schemeClr val="accent4">
                    <a:lumMod val="50000"/>
                    <a:alpha val="20000"/>
                  </a:schemeClr>
                </a:gs>
              </a:gsLst>
              <a:lin ang="0" scaled="1"/>
            </a:gradFill>
            <a:ln w="9525" cap="flat">
              <a:noFill/>
              <a:prstDash val="solid"/>
              <a:miter/>
            </a:ln>
          </p:spPr>
          <p:txBody>
            <a:bodyPr rtlCol="0" anchor="ctr"/>
            <a:lstStyle>
              <a:defPPr>
                <a:defRPr lang="ru-RU"/>
              </a:defPPr>
            </a:lstStyle>
            <a:p>
              <a:pPr rtl="0"/>
              <a:endParaRPr lang="ru-RU" b="1" noProof="0" dirty="0"/>
            </a:p>
          </p:txBody>
        </p:sp>
      </p:grpSp>
      <p:grpSp>
        <p:nvGrpSpPr>
          <p:cNvPr id="40" name="Группа 39">
            <a:extLst>
              <a:ext uri="{FF2B5EF4-FFF2-40B4-BE49-F238E27FC236}">
                <a16:creationId xmlns:a16="http://schemas.microsoft.com/office/drawing/2014/main" id="{52A0DB9A-8F88-4C77-96AF-AD4520CEBB70}"/>
              </a:ext>
            </a:extLst>
          </p:cNvPr>
          <p:cNvGrpSpPr/>
          <p:nvPr userDrawn="1"/>
        </p:nvGrpSpPr>
        <p:grpSpPr>
          <a:xfrm flipH="1">
            <a:off x="1698395" y="5473933"/>
            <a:ext cx="2362841" cy="3323055"/>
            <a:chOff x="5964077" y="5464743"/>
            <a:chExt cx="2362841" cy="3323055"/>
          </a:xfrm>
        </p:grpSpPr>
        <p:pic>
          <p:nvPicPr>
            <p:cNvPr id="41" name="Графический объект 40">
              <a:extLst>
                <a:ext uri="{FF2B5EF4-FFF2-40B4-BE49-F238E27FC236}">
                  <a16:creationId xmlns:a16="http://schemas.microsoft.com/office/drawing/2014/main" id="{7AE235FD-6468-423B-9D42-48296CAF1E5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5964077" y="5464743"/>
              <a:ext cx="2362841" cy="3315600"/>
            </a:xfrm>
            <a:prstGeom prst="rect">
              <a:avLst/>
            </a:prstGeom>
          </p:spPr>
        </p:pic>
        <p:sp>
          <p:nvSpPr>
            <p:cNvPr id="42" name="Графический объект 15">
              <a:extLst>
                <a:ext uri="{FF2B5EF4-FFF2-40B4-BE49-F238E27FC236}">
                  <a16:creationId xmlns:a16="http://schemas.microsoft.com/office/drawing/2014/main" id="{1694C8ED-6920-4BAA-8E4D-8EF5759C81E9}"/>
                </a:ext>
              </a:extLst>
            </p:cNvPr>
            <p:cNvSpPr/>
            <p:nvPr/>
          </p:nvSpPr>
          <p:spPr>
            <a:xfrm rot="19800000" flipH="1">
              <a:off x="6022715" y="5654506"/>
              <a:ext cx="1595220" cy="3133292"/>
            </a:xfrm>
            <a:custGeom>
              <a:avLst/>
              <a:gdLst>
                <a:gd name="connsiteX0" fmla="*/ 697449 w 1595220"/>
                <a:gd name="connsiteY0" fmla="*/ 930502 h 3133292"/>
                <a:gd name="connsiteX1" fmla="*/ 1544442 w 1595220"/>
                <a:gd name="connsiteY1" fmla="*/ 1494402 h 3133292"/>
                <a:gd name="connsiteX2" fmla="*/ 1595221 w 1595220"/>
                <a:gd name="connsiteY2" fmla="*/ 1242793 h 3133292"/>
                <a:gd name="connsiteX3" fmla="*/ 633848 w 1595220"/>
                <a:gd name="connsiteY3" fmla="*/ 560197 h 3133292"/>
                <a:gd name="connsiteX4" fmla="*/ 633467 w 1595220"/>
                <a:gd name="connsiteY4" fmla="*/ 560704 h 3133292"/>
                <a:gd name="connsiteX5" fmla="*/ 633341 w 1595220"/>
                <a:gd name="connsiteY5" fmla="*/ 560197 h 3133292"/>
                <a:gd name="connsiteX6" fmla="*/ 323716 w 1595220"/>
                <a:gd name="connsiteY6" fmla="*/ 643220 h 3133292"/>
                <a:gd name="connsiteX7" fmla="*/ 306832 w 1595220"/>
                <a:gd name="connsiteY7" fmla="*/ 580381 h 3133292"/>
                <a:gd name="connsiteX8" fmla="*/ 406866 w 1595220"/>
                <a:gd name="connsiteY8" fmla="*/ 246256 h 3133292"/>
                <a:gd name="connsiteX9" fmla="*/ 0 w 1595220"/>
                <a:gd name="connsiteY9" fmla="*/ 11403 h 3133292"/>
                <a:gd name="connsiteX10" fmla="*/ 477449 w 1595220"/>
                <a:gd name="connsiteY10" fmla="*/ 1793236 h 3133292"/>
                <a:gd name="connsiteX11" fmla="*/ 476560 w 1595220"/>
                <a:gd name="connsiteY11" fmla="*/ 1787524 h 3133292"/>
                <a:gd name="connsiteX12" fmla="*/ 1006312 w 1595220"/>
                <a:gd name="connsiteY12" fmla="*/ 3133293 h 3133292"/>
                <a:gd name="connsiteX13" fmla="*/ 1364811 w 1595220"/>
                <a:gd name="connsiteY13" fmla="*/ 3038209 h 3133292"/>
                <a:gd name="connsiteX14" fmla="*/ 819318 w 1595220"/>
                <a:gd name="connsiteY14" fmla="*/ 1637980 h 3133292"/>
                <a:gd name="connsiteX15" fmla="*/ 819572 w 1595220"/>
                <a:gd name="connsiteY15" fmla="*/ 1637980 h 3133292"/>
                <a:gd name="connsiteX16" fmla="*/ 697449 w 1595220"/>
                <a:gd name="connsiteY16" fmla="*/ 930502 h 313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95220" h="3133292">
                  <a:moveTo>
                    <a:pt x="697449" y="930502"/>
                  </a:moveTo>
                  <a:lnTo>
                    <a:pt x="1544442" y="1494402"/>
                  </a:lnTo>
                  <a:lnTo>
                    <a:pt x="1595221" y="1242793"/>
                  </a:lnTo>
                  <a:lnTo>
                    <a:pt x="633848" y="560197"/>
                  </a:lnTo>
                  <a:lnTo>
                    <a:pt x="633467" y="560704"/>
                  </a:lnTo>
                  <a:lnTo>
                    <a:pt x="633341" y="560197"/>
                  </a:lnTo>
                  <a:lnTo>
                    <a:pt x="323716" y="643220"/>
                  </a:lnTo>
                  <a:lnTo>
                    <a:pt x="306832" y="580381"/>
                  </a:lnTo>
                  <a:cubicBezTo>
                    <a:pt x="397472" y="499516"/>
                    <a:pt x="440380" y="371680"/>
                    <a:pt x="406866" y="246256"/>
                  </a:cubicBezTo>
                  <a:cubicBezTo>
                    <a:pt x="359388" y="69037"/>
                    <a:pt x="177219" y="-36075"/>
                    <a:pt x="0" y="11403"/>
                  </a:cubicBezTo>
                  <a:lnTo>
                    <a:pt x="477449" y="1793236"/>
                  </a:lnTo>
                  <a:lnTo>
                    <a:pt x="476560" y="1787524"/>
                  </a:lnTo>
                  <a:lnTo>
                    <a:pt x="1006312" y="3133293"/>
                  </a:lnTo>
                  <a:lnTo>
                    <a:pt x="1364811" y="3038209"/>
                  </a:lnTo>
                  <a:lnTo>
                    <a:pt x="819318" y="1637980"/>
                  </a:lnTo>
                  <a:lnTo>
                    <a:pt x="819572" y="1637980"/>
                  </a:lnTo>
                  <a:lnTo>
                    <a:pt x="697449" y="930502"/>
                  </a:lnTo>
                  <a:close/>
                </a:path>
              </a:pathLst>
            </a:custGeom>
            <a:gradFill>
              <a:gsLst>
                <a:gs pos="0">
                  <a:schemeClr val="tx1">
                    <a:alpha val="20000"/>
                  </a:schemeClr>
                </a:gs>
                <a:gs pos="100000">
                  <a:schemeClr val="accent3">
                    <a:lumMod val="50000"/>
                    <a:alpha val="20000"/>
                  </a:schemeClr>
                </a:gs>
              </a:gsLst>
              <a:lin ang="0" scaled="1"/>
            </a:gradFill>
            <a:ln w="12624" cap="flat">
              <a:noFill/>
              <a:prstDash val="solid"/>
              <a:miter/>
            </a:ln>
          </p:spPr>
          <p:txBody>
            <a:bodyPr rtlCol="0" anchor="ctr"/>
            <a:lstStyle>
              <a:defPPr>
                <a:defRPr lang="ru-RU"/>
              </a:defPPr>
            </a:lstStyle>
            <a:p>
              <a:pPr rtl="0"/>
              <a:endParaRPr lang="ru-RU" b="1" noProof="0" dirty="0"/>
            </a:p>
          </p:txBody>
        </p:sp>
      </p:grpSp>
      <p:grpSp>
        <p:nvGrpSpPr>
          <p:cNvPr id="49" name="Группа 48">
            <a:extLst>
              <a:ext uri="{FF2B5EF4-FFF2-40B4-BE49-F238E27FC236}">
                <a16:creationId xmlns:a16="http://schemas.microsoft.com/office/drawing/2014/main" id="{2383FBB1-05E1-4040-9F46-F6ADC46FA3AF}"/>
              </a:ext>
            </a:extLst>
          </p:cNvPr>
          <p:cNvGrpSpPr/>
          <p:nvPr userDrawn="1"/>
        </p:nvGrpSpPr>
        <p:grpSpPr>
          <a:xfrm>
            <a:off x="0" y="4790210"/>
            <a:ext cx="1971640" cy="3155143"/>
            <a:chOff x="0" y="4790210"/>
            <a:chExt cx="1971640" cy="3155143"/>
          </a:xfrm>
        </p:grpSpPr>
        <p:pic>
          <p:nvPicPr>
            <p:cNvPr id="46" name="Графический объект 45">
              <a:extLst>
                <a:ext uri="{FF2B5EF4-FFF2-40B4-BE49-F238E27FC236}">
                  <a16:creationId xmlns:a16="http://schemas.microsoft.com/office/drawing/2014/main" id="{7DFCC6ED-F6F7-4251-B688-9DE98B8E161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0" y="4790210"/>
              <a:ext cx="1965600" cy="3144960"/>
            </a:xfrm>
            <a:prstGeom prst="rect">
              <a:avLst/>
            </a:prstGeom>
          </p:spPr>
        </p:pic>
        <p:sp>
          <p:nvSpPr>
            <p:cNvPr id="48" name="Графический объект 46">
              <a:extLst>
                <a:ext uri="{FF2B5EF4-FFF2-40B4-BE49-F238E27FC236}">
                  <a16:creationId xmlns:a16="http://schemas.microsoft.com/office/drawing/2014/main" id="{64BB9E0B-C6E7-4D78-B761-9EA5B57DB7CD}"/>
                </a:ext>
              </a:extLst>
            </p:cNvPr>
            <p:cNvSpPr/>
            <p:nvPr/>
          </p:nvSpPr>
          <p:spPr>
            <a:xfrm>
              <a:off x="218440" y="4838553"/>
              <a:ext cx="1753200" cy="3106800"/>
            </a:xfrm>
            <a:custGeom>
              <a:avLst/>
              <a:gdLst>
                <a:gd name="connsiteX0" fmla="*/ 1004221 w 1316069"/>
                <a:gd name="connsiteY0" fmla="*/ 858488 h 2330195"/>
                <a:gd name="connsiteX1" fmla="*/ 1152525 w 1316069"/>
                <a:gd name="connsiteY1" fmla="*/ 1611916 h 2330195"/>
                <a:gd name="connsiteX2" fmla="*/ 1316069 w 1316069"/>
                <a:gd name="connsiteY2" fmla="*/ 1503521 h 2330195"/>
                <a:gd name="connsiteX3" fmla="*/ 1167479 w 1316069"/>
                <a:gd name="connsiteY3" fmla="*/ 627507 h 2330195"/>
                <a:gd name="connsiteX4" fmla="*/ 1167003 w 1316069"/>
                <a:gd name="connsiteY4" fmla="*/ 627602 h 2330195"/>
                <a:gd name="connsiteX5" fmla="*/ 1167194 w 1316069"/>
                <a:gd name="connsiteY5" fmla="*/ 627316 h 2330195"/>
                <a:gd name="connsiteX6" fmla="*/ 958882 w 1316069"/>
                <a:gd name="connsiteY6" fmla="*/ 507016 h 2330195"/>
                <a:gd name="connsiteX7" fmla="*/ 983266 w 1316069"/>
                <a:gd name="connsiteY7" fmla="*/ 464725 h 2330195"/>
                <a:gd name="connsiteX8" fmla="*/ 1213580 w 1316069"/>
                <a:gd name="connsiteY8" fmla="*/ 340519 h 2330195"/>
                <a:gd name="connsiteX9" fmla="*/ 1122331 w 1316069"/>
                <a:gd name="connsiteY9" fmla="*/ 0 h 2330195"/>
                <a:gd name="connsiteX10" fmla="*/ 430340 w 1316069"/>
                <a:gd name="connsiteY10" fmla="*/ 1198817 h 2330195"/>
                <a:gd name="connsiteX11" fmla="*/ 432911 w 1316069"/>
                <a:gd name="connsiteY11" fmla="*/ 1195292 h 2330195"/>
                <a:gd name="connsiteX12" fmla="*/ 0 w 1316069"/>
                <a:gd name="connsiteY12" fmla="*/ 2190464 h 2330195"/>
                <a:gd name="connsiteX13" fmla="*/ 240602 w 1316069"/>
                <a:gd name="connsiteY13" fmla="*/ 2330196 h 2330195"/>
                <a:gd name="connsiteX14" fmla="*/ 694087 w 1316069"/>
                <a:gd name="connsiteY14" fmla="*/ 1297877 h 2330195"/>
                <a:gd name="connsiteX15" fmla="*/ 694277 w 1316069"/>
                <a:gd name="connsiteY15" fmla="*/ 1297972 h 2330195"/>
                <a:gd name="connsiteX16" fmla="*/ 1004221 w 1316069"/>
                <a:gd name="connsiteY16" fmla="*/ 858488 h 233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16069" h="2330195">
                  <a:moveTo>
                    <a:pt x="1004221" y="858488"/>
                  </a:moveTo>
                  <a:lnTo>
                    <a:pt x="1152525" y="1611916"/>
                  </a:lnTo>
                  <a:lnTo>
                    <a:pt x="1316069" y="1503521"/>
                  </a:lnTo>
                  <a:lnTo>
                    <a:pt x="1167479" y="627507"/>
                  </a:lnTo>
                  <a:lnTo>
                    <a:pt x="1167003" y="627602"/>
                  </a:lnTo>
                  <a:lnTo>
                    <a:pt x="1167194" y="627316"/>
                  </a:lnTo>
                  <a:lnTo>
                    <a:pt x="958882" y="507016"/>
                  </a:lnTo>
                  <a:lnTo>
                    <a:pt x="983266" y="464725"/>
                  </a:lnTo>
                  <a:cubicBezTo>
                    <a:pt x="1074325" y="469964"/>
                    <a:pt x="1164812" y="424910"/>
                    <a:pt x="1213580" y="340519"/>
                  </a:cubicBezTo>
                  <a:cubicBezTo>
                    <a:pt x="1282446" y="221266"/>
                    <a:pt x="1241584" y="68866"/>
                    <a:pt x="1122331" y="0"/>
                  </a:cubicBezTo>
                  <a:lnTo>
                    <a:pt x="430340" y="1198817"/>
                  </a:lnTo>
                  <a:lnTo>
                    <a:pt x="432911" y="1195292"/>
                  </a:lnTo>
                  <a:lnTo>
                    <a:pt x="0" y="2190464"/>
                  </a:lnTo>
                  <a:lnTo>
                    <a:pt x="240602" y="2330196"/>
                  </a:lnTo>
                  <a:lnTo>
                    <a:pt x="694087" y="1297877"/>
                  </a:lnTo>
                  <a:lnTo>
                    <a:pt x="694277" y="1297972"/>
                  </a:lnTo>
                  <a:lnTo>
                    <a:pt x="1004221" y="858488"/>
                  </a:lnTo>
                  <a:close/>
                </a:path>
              </a:pathLst>
            </a:custGeom>
            <a:gradFill>
              <a:gsLst>
                <a:gs pos="0">
                  <a:schemeClr val="tx1">
                    <a:alpha val="20000"/>
                  </a:schemeClr>
                </a:gs>
                <a:gs pos="100000">
                  <a:schemeClr val="accent2">
                    <a:lumMod val="50000"/>
                    <a:alpha val="20000"/>
                  </a:schemeClr>
                </a:gs>
              </a:gsLst>
              <a:lin ang="0" scaled="1"/>
            </a:gradFill>
            <a:ln w="9525" cap="flat">
              <a:noFill/>
              <a:prstDash val="solid"/>
              <a:miter/>
            </a:ln>
          </p:spPr>
          <p:txBody>
            <a:bodyPr rtlCol="0" anchor="ctr"/>
            <a:lstStyle>
              <a:defPPr>
                <a:defRPr lang="ru-RU"/>
              </a:defPPr>
            </a:lstStyle>
            <a:p>
              <a:pPr rtl="0"/>
              <a:endParaRPr lang="ru-RU" b="1" noProof="0" dirty="0"/>
            </a:p>
          </p:txBody>
        </p:sp>
      </p:grpSp>
      <p:sp>
        <p:nvSpPr>
          <p:cNvPr id="51" name="Текст 20">
            <a:extLst>
              <a:ext uri="{FF2B5EF4-FFF2-40B4-BE49-F238E27FC236}">
                <a16:creationId xmlns:a16="http://schemas.microsoft.com/office/drawing/2014/main" id="{F1A1D0EF-6E5F-45BB-8DBC-176A2C3CBA19}"/>
              </a:ext>
            </a:extLst>
          </p:cNvPr>
          <p:cNvSpPr>
            <a:spLocks noGrp="1"/>
          </p:cNvSpPr>
          <p:nvPr>
            <p:ph type="body" sz="quarter" idx="18" hasCustomPrompt="1"/>
          </p:nvPr>
        </p:nvSpPr>
        <p:spPr>
          <a:xfrm>
            <a:off x="5012870" y="13056641"/>
            <a:ext cx="2596244" cy="1180552"/>
          </a:xfrm>
        </p:spPr>
        <p:txBody>
          <a:bodyPr rtlCol="0" anchor="ctr">
            <a:noAutofit/>
          </a:bodyPr>
          <a:lstStyle>
            <a:lvl1pPr marL="0" indent="0">
              <a:buNone/>
              <a:defRPr lang="ru-RU" sz="8000" b="1">
                <a:solidFill>
                  <a:schemeClr val="tx2"/>
                </a:solidFill>
                <a:latin typeface="+mj-cs"/>
                <a:cs typeface="+mj-cs"/>
              </a:defRPr>
            </a:lvl1pPr>
          </a:lstStyle>
          <a:p>
            <a:pPr lvl="0" rtl="0"/>
            <a:r>
              <a:rPr lang="ru-RU" b="1" noProof="0" dirty="0"/>
              <a:t>08:00</a:t>
            </a:r>
          </a:p>
        </p:txBody>
      </p:sp>
      <p:sp>
        <p:nvSpPr>
          <p:cNvPr id="53" name="Текст 20">
            <a:extLst>
              <a:ext uri="{FF2B5EF4-FFF2-40B4-BE49-F238E27FC236}">
                <a16:creationId xmlns:a16="http://schemas.microsoft.com/office/drawing/2014/main" id="{2D92AD0C-A103-44CE-A535-1202F61BAA8B}"/>
              </a:ext>
            </a:extLst>
          </p:cNvPr>
          <p:cNvSpPr>
            <a:spLocks noGrp="1"/>
          </p:cNvSpPr>
          <p:nvPr>
            <p:ph type="body" sz="quarter" idx="19" hasCustomPrompt="1"/>
          </p:nvPr>
        </p:nvSpPr>
        <p:spPr>
          <a:xfrm>
            <a:off x="7328647" y="13279732"/>
            <a:ext cx="1671242" cy="723093"/>
          </a:xfrm>
        </p:spPr>
        <p:txBody>
          <a:bodyPr rtlCol="0">
            <a:noAutofit/>
          </a:bodyPr>
          <a:lstStyle>
            <a:lvl1pPr marL="0" indent="0">
              <a:buNone/>
              <a:defRPr lang="ru-RU" sz="5000" b="1">
                <a:solidFill>
                  <a:schemeClr val="tx2"/>
                </a:solidFill>
                <a:latin typeface="+mn-cs"/>
                <a:cs typeface="+mn-cs"/>
              </a:defRPr>
            </a:lvl1pPr>
          </a:lstStyle>
          <a:p>
            <a:pPr lvl="0" rtl="0"/>
            <a:r>
              <a:rPr lang="ru-RU" b="1" noProof="0" dirty="0"/>
              <a:t>00</a:t>
            </a:r>
          </a:p>
        </p:txBody>
      </p:sp>
    </p:spTree>
    <p:extLst>
      <p:ext uri="{BB962C8B-B14F-4D97-AF65-F5344CB8AC3E}">
        <p14:creationId xmlns:p14="http://schemas.microsoft.com/office/powerpoint/2010/main" val="278023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итульный слайд">
    <p:bg>
      <p:bgPr>
        <a:solidFill>
          <a:schemeClr val="tx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6CF687-F218-4913-9F01-2223E053ABEC}"/>
              </a:ext>
            </a:extLst>
          </p:cNvPr>
          <p:cNvSpPr>
            <a:spLocks noGrp="1"/>
          </p:cNvSpPr>
          <p:nvPr>
            <p:ph type="ctrTitle" hasCustomPrompt="1"/>
          </p:nvPr>
        </p:nvSpPr>
        <p:spPr>
          <a:xfrm>
            <a:off x="4086721" y="738912"/>
            <a:ext cx="5191035" cy="2477120"/>
          </a:xfrm>
        </p:spPr>
        <p:txBody>
          <a:bodyPr rtlCol="0" anchor="ctr" anchorCtr="0">
            <a:noAutofit/>
          </a:bodyPr>
          <a:lstStyle>
            <a:lvl1pPr algn="r">
              <a:defRPr lang="ru-RU" sz="16800" b="1">
                <a:solidFill>
                  <a:schemeClr val="accent1"/>
                </a:solidFill>
                <a:effectLst/>
              </a:defRPr>
            </a:lvl1pPr>
          </a:lstStyle>
          <a:p>
            <a:pPr rtl="0"/>
            <a:r>
              <a:rPr lang="ru-RU" noProof="0" dirty="0"/>
              <a:t>РАЗ</a:t>
            </a:r>
          </a:p>
        </p:txBody>
      </p:sp>
      <p:sp>
        <p:nvSpPr>
          <p:cNvPr id="3" name="Подзаголовок 2">
            <a:extLst>
              <a:ext uri="{FF2B5EF4-FFF2-40B4-BE49-F238E27FC236}">
                <a16:creationId xmlns:a16="http://schemas.microsoft.com/office/drawing/2014/main" id="{4F6F5B7F-A5CF-4F81-A323-E76E2A59CFF6}"/>
              </a:ext>
            </a:extLst>
          </p:cNvPr>
          <p:cNvSpPr>
            <a:spLocks noGrp="1"/>
          </p:cNvSpPr>
          <p:nvPr>
            <p:ph type="subTitle" idx="1" hasCustomPrompt="1"/>
          </p:nvPr>
        </p:nvSpPr>
        <p:spPr>
          <a:xfrm>
            <a:off x="4086721" y="2561686"/>
            <a:ext cx="5191035" cy="2476800"/>
          </a:xfrm>
        </p:spPr>
        <p:txBody>
          <a:bodyPr rtlCol="0" anchor="ctr" anchorCtr="0">
            <a:noAutofit/>
          </a:bodyPr>
          <a:lstStyle>
            <a:lvl1pPr marL="0" indent="0" algn="r">
              <a:buNone/>
              <a:defRPr lang="ru-RU" sz="16800" b="1">
                <a:solidFill>
                  <a:schemeClr val="accent4"/>
                </a:solidFill>
                <a:effectLst/>
                <a:latin typeface="+mj-cs"/>
                <a:cs typeface="+mj-cs"/>
              </a:defRPr>
            </a:lvl1pPr>
            <a:lvl2pPr marL="1036335" indent="0" algn="ctr">
              <a:buNone/>
              <a:defRPr lang="ru-RU" sz="4533"/>
            </a:lvl2pPr>
            <a:lvl3pPr marL="2072670" indent="0" algn="ctr">
              <a:buNone/>
              <a:defRPr lang="ru-RU" sz="4080"/>
            </a:lvl3pPr>
            <a:lvl4pPr marL="3109006" indent="0" algn="ctr">
              <a:buNone/>
              <a:defRPr lang="ru-RU" sz="3627"/>
            </a:lvl4pPr>
            <a:lvl5pPr marL="4145341" indent="0" algn="ctr">
              <a:buNone/>
              <a:defRPr lang="ru-RU" sz="3627"/>
            </a:lvl5pPr>
            <a:lvl6pPr marL="5181676" indent="0" algn="ctr">
              <a:buNone/>
              <a:defRPr lang="ru-RU" sz="3627"/>
            </a:lvl6pPr>
            <a:lvl7pPr marL="6218011" indent="0" algn="ctr">
              <a:buNone/>
              <a:defRPr lang="ru-RU" sz="3627"/>
            </a:lvl7pPr>
            <a:lvl8pPr marL="7254347" indent="0" algn="ctr">
              <a:buNone/>
              <a:defRPr lang="ru-RU" sz="3627"/>
            </a:lvl8pPr>
            <a:lvl9pPr marL="8290682" indent="0" algn="ctr">
              <a:buNone/>
              <a:defRPr lang="ru-RU" sz="3627"/>
            </a:lvl9pPr>
          </a:lstStyle>
          <a:p>
            <a:pPr rtl="0"/>
            <a:r>
              <a:rPr lang="ru-RU" noProof="0" dirty="0"/>
              <a:t>НООБ</a:t>
            </a:r>
          </a:p>
        </p:txBody>
      </p:sp>
      <p:sp>
        <p:nvSpPr>
          <p:cNvPr id="21" name="Текст 20">
            <a:extLst>
              <a:ext uri="{FF2B5EF4-FFF2-40B4-BE49-F238E27FC236}">
                <a16:creationId xmlns:a16="http://schemas.microsoft.com/office/drawing/2014/main" id="{2B7684A6-4B20-4CAF-8AA9-829261FD871D}"/>
              </a:ext>
            </a:extLst>
          </p:cNvPr>
          <p:cNvSpPr>
            <a:spLocks noGrp="1"/>
          </p:cNvSpPr>
          <p:nvPr>
            <p:ph type="body" sz="quarter" idx="10" hasCustomPrompt="1"/>
          </p:nvPr>
        </p:nvSpPr>
        <p:spPr>
          <a:xfrm>
            <a:off x="6294659" y="9050527"/>
            <a:ext cx="1168822" cy="787242"/>
          </a:xfrm>
        </p:spPr>
        <p:txBody>
          <a:bodyPr rtlCol="0">
            <a:normAutofit/>
          </a:bodyPr>
          <a:lstStyle>
            <a:lvl1pPr marL="0" indent="0">
              <a:buNone/>
              <a:defRPr lang="ru-RU" sz="5300" b="0">
                <a:solidFill>
                  <a:schemeClr val="bg1"/>
                </a:solidFill>
                <a:latin typeface="+mn-cs"/>
                <a:cs typeface="+mn-cs"/>
              </a:defRPr>
            </a:lvl1pPr>
          </a:lstStyle>
          <a:p>
            <a:pPr lvl="0" rtl="0"/>
            <a:r>
              <a:rPr lang="ru-RU" noProof="0" dirty="0"/>
              <a:t>20</a:t>
            </a:r>
          </a:p>
        </p:txBody>
      </p:sp>
      <p:sp>
        <p:nvSpPr>
          <p:cNvPr id="22" name="Текст 20">
            <a:extLst>
              <a:ext uri="{FF2B5EF4-FFF2-40B4-BE49-F238E27FC236}">
                <a16:creationId xmlns:a16="http://schemas.microsoft.com/office/drawing/2014/main" id="{9BED2758-C0C3-4BCC-9BB1-0F6F58EC78FC}"/>
              </a:ext>
            </a:extLst>
          </p:cNvPr>
          <p:cNvSpPr>
            <a:spLocks noGrp="1"/>
          </p:cNvSpPr>
          <p:nvPr>
            <p:ph type="body" sz="quarter" idx="11" hasCustomPrompt="1"/>
          </p:nvPr>
        </p:nvSpPr>
        <p:spPr>
          <a:xfrm>
            <a:off x="870969" y="5522217"/>
            <a:ext cx="1709587" cy="787242"/>
          </a:xfrm>
        </p:spPr>
        <p:txBody>
          <a:bodyPr rtlCol="0">
            <a:noAutofit/>
          </a:bodyPr>
          <a:lstStyle>
            <a:lvl1pPr marL="0" indent="0">
              <a:buNone/>
              <a:defRPr lang="ru-RU" sz="5300" b="0">
                <a:solidFill>
                  <a:schemeClr val="bg1"/>
                </a:solidFill>
                <a:latin typeface="+mn-cs"/>
                <a:cs typeface="+mn-cs"/>
              </a:defRPr>
            </a:lvl1pPr>
          </a:lstStyle>
          <a:p>
            <a:pPr lvl="0" rtl="0"/>
            <a:r>
              <a:rPr lang="ru-RU" noProof="0" dirty="0"/>
              <a:t>08:00</a:t>
            </a:r>
          </a:p>
        </p:txBody>
      </p:sp>
      <p:sp>
        <p:nvSpPr>
          <p:cNvPr id="23" name="Текст 20">
            <a:extLst>
              <a:ext uri="{FF2B5EF4-FFF2-40B4-BE49-F238E27FC236}">
                <a16:creationId xmlns:a16="http://schemas.microsoft.com/office/drawing/2014/main" id="{C55B5486-D7AF-41FF-9B6B-08231EE6FFD7}"/>
              </a:ext>
            </a:extLst>
          </p:cNvPr>
          <p:cNvSpPr>
            <a:spLocks noGrp="1"/>
          </p:cNvSpPr>
          <p:nvPr>
            <p:ph type="body" sz="quarter" idx="12" hasCustomPrompt="1"/>
          </p:nvPr>
        </p:nvSpPr>
        <p:spPr>
          <a:xfrm>
            <a:off x="4086722" y="4382670"/>
            <a:ext cx="5191035" cy="2476800"/>
          </a:xfrm>
        </p:spPr>
        <p:txBody>
          <a:bodyPr rtlCol="0">
            <a:noAutofit/>
          </a:bodyPr>
          <a:lstStyle>
            <a:lvl1pPr marL="0" indent="0" algn="r">
              <a:buNone/>
              <a:defRPr lang="ru-RU" sz="16800" b="1" kern="1200" dirty="0" smtClean="0">
                <a:solidFill>
                  <a:schemeClr val="bg2"/>
                </a:solidFill>
                <a:effectLst/>
                <a:latin typeface="+mj-cs"/>
                <a:ea typeface="+mn-ea"/>
                <a:cs typeface="+mj-cs"/>
              </a:defRPr>
            </a:lvl1pPr>
          </a:lstStyle>
          <a:p>
            <a:pPr lvl="0" rtl="0"/>
            <a:r>
              <a:rPr lang="ru-RU" noProof="0" dirty="0"/>
              <a:t>РАЗИЕ</a:t>
            </a:r>
          </a:p>
        </p:txBody>
      </p:sp>
      <p:sp>
        <p:nvSpPr>
          <p:cNvPr id="24" name="Текст 20">
            <a:extLst>
              <a:ext uri="{FF2B5EF4-FFF2-40B4-BE49-F238E27FC236}">
                <a16:creationId xmlns:a16="http://schemas.microsoft.com/office/drawing/2014/main" id="{A0DAE996-310A-4716-AB4F-3A82FE6086C0}"/>
              </a:ext>
            </a:extLst>
          </p:cNvPr>
          <p:cNvSpPr>
            <a:spLocks noGrp="1"/>
          </p:cNvSpPr>
          <p:nvPr>
            <p:ph type="body" sz="quarter" idx="13" hasCustomPrompt="1"/>
          </p:nvPr>
        </p:nvSpPr>
        <p:spPr>
          <a:xfrm>
            <a:off x="6432702" y="12983460"/>
            <a:ext cx="2673600" cy="1711937"/>
          </a:xfrm>
        </p:spPr>
        <p:txBody>
          <a:bodyPr rtlCol="0">
            <a:noAutofit/>
          </a:bodyPr>
          <a:lstStyle>
            <a:lvl1pPr marL="0" indent="0" algn="r">
              <a:lnSpc>
                <a:spcPct val="95000"/>
              </a:lnSpc>
              <a:spcBef>
                <a:spcPts val="0"/>
              </a:spcBef>
              <a:buNone/>
              <a:defRPr lang="ru-RU" sz="2800" b="0">
                <a:solidFill>
                  <a:schemeClr val="bg1"/>
                </a:solidFill>
                <a:latin typeface="+mn-cs"/>
                <a:cs typeface="+mn-cs"/>
              </a:defRPr>
            </a:lvl1pPr>
          </a:lstStyle>
          <a:p>
            <a:pPr lvl="0" rtl="0"/>
            <a:r>
              <a:rPr lang="ru-RU" noProof="0" dirty="0"/>
              <a:t>д. 123</a:t>
            </a:r>
            <a:br>
              <a:rPr lang="ru-RU" noProof="0" dirty="0"/>
            </a:br>
            <a:r>
              <a:rPr lang="ru-RU" noProof="0" dirty="0"/>
              <a:t>ул. Библиотечная</a:t>
            </a:r>
            <a:br>
              <a:rPr lang="ru-RU" noProof="0" dirty="0"/>
            </a:br>
            <a:r>
              <a:rPr lang="ru-RU" noProof="0" dirty="0"/>
              <a:t>г. Красноярск</a:t>
            </a:r>
          </a:p>
          <a:p>
            <a:pPr lvl="0" rtl="0"/>
            <a:r>
              <a:rPr lang="ru-RU" noProof="0" dirty="0"/>
              <a:t>123456</a:t>
            </a:r>
          </a:p>
        </p:txBody>
      </p:sp>
      <p:sp>
        <p:nvSpPr>
          <p:cNvPr id="25" name="Текст 20">
            <a:extLst>
              <a:ext uri="{FF2B5EF4-FFF2-40B4-BE49-F238E27FC236}">
                <a16:creationId xmlns:a16="http://schemas.microsoft.com/office/drawing/2014/main" id="{75E611F9-D4BD-4307-97DB-0F1787DE50F8}"/>
              </a:ext>
            </a:extLst>
          </p:cNvPr>
          <p:cNvSpPr>
            <a:spLocks noGrp="1"/>
          </p:cNvSpPr>
          <p:nvPr>
            <p:ph type="body" sz="quarter" idx="14" hasCustomPrompt="1"/>
          </p:nvPr>
        </p:nvSpPr>
        <p:spPr>
          <a:xfrm>
            <a:off x="5715000" y="10720193"/>
            <a:ext cx="3391302" cy="2373758"/>
          </a:xfrm>
        </p:spPr>
        <p:txBody>
          <a:bodyPr rtlCol="0" anchor="ctr" anchorCtr="0">
            <a:normAutofit/>
          </a:bodyPr>
          <a:lstStyle>
            <a:lvl1pPr marL="0" indent="0" algn="r">
              <a:lnSpc>
                <a:spcPct val="95000"/>
              </a:lnSpc>
              <a:spcBef>
                <a:spcPts val="0"/>
              </a:spcBef>
              <a:buNone/>
              <a:defRPr lang="ru-RU" sz="2800" b="0">
                <a:solidFill>
                  <a:schemeClr val="tx2"/>
                </a:solidFill>
                <a:latin typeface="+mn-cs"/>
                <a:cs typeface="+mn-cs"/>
              </a:defRPr>
            </a:lvl1pPr>
          </a:lstStyle>
          <a:p>
            <a:pPr lvl="0" rtl="0"/>
            <a:r>
              <a:rPr lang="ru-RU" noProof="0" dirty="0" err="1"/>
              <a:t>Lorem</a:t>
            </a:r>
            <a:r>
              <a:rPr lang="ru-RU" noProof="0" dirty="0"/>
              <a:t> </a:t>
            </a:r>
            <a:r>
              <a:rPr lang="ru-RU" noProof="0" dirty="0" err="1"/>
              <a:t>ipsum</a:t>
            </a:r>
            <a:br>
              <a:rPr lang="ru-RU" noProof="0" dirty="0"/>
            </a:br>
            <a:r>
              <a:rPr lang="ru-RU" noProof="0" dirty="0" err="1"/>
              <a:t>dolor</a:t>
            </a:r>
            <a:r>
              <a:rPr lang="ru-RU" noProof="0" dirty="0"/>
              <a:t> </a:t>
            </a:r>
            <a:r>
              <a:rPr lang="ru-RU" noProof="0" dirty="0" err="1"/>
              <a:t>sit</a:t>
            </a:r>
            <a:r>
              <a:rPr lang="ru-RU" noProof="0" dirty="0"/>
              <a:t> </a:t>
            </a:r>
            <a:r>
              <a:rPr lang="ru-RU" noProof="0" dirty="0" err="1"/>
              <a:t>amet</a:t>
            </a:r>
            <a:r>
              <a:rPr lang="ru-RU" noProof="0" dirty="0"/>
              <a:t>, </a:t>
            </a:r>
            <a:r>
              <a:rPr lang="ru-RU" noProof="0" dirty="0" err="1"/>
              <a:t>consectetuer</a:t>
            </a:r>
            <a:r>
              <a:rPr lang="ru-RU" noProof="0" dirty="0"/>
              <a:t> </a:t>
            </a:r>
            <a:r>
              <a:rPr lang="ru-RU" noProof="0" dirty="0" err="1"/>
              <a:t>adipiscing</a:t>
            </a:r>
            <a:r>
              <a:rPr lang="ru-RU" noProof="0" dirty="0"/>
              <a:t> </a:t>
            </a:r>
            <a:r>
              <a:rPr lang="ru-RU" noProof="0" dirty="0" err="1"/>
              <a:t>elit</a:t>
            </a:r>
            <a:r>
              <a:rPr lang="ru-RU" noProof="0" dirty="0"/>
              <a:t>.</a:t>
            </a:r>
          </a:p>
        </p:txBody>
      </p:sp>
      <p:sp>
        <p:nvSpPr>
          <p:cNvPr id="26" name="Текст 20">
            <a:extLst>
              <a:ext uri="{FF2B5EF4-FFF2-40B4-BE49-F238E27FC236}">
                <a16:creationId xmlns:a16="http://schemas.microsoft.com/office/drawing/2014/main" id="{2BC08835-1526-43F8-9AC0-716AE467C061}"/>
              </a:ext>
            </a:extLst>
          </p:cNvPr>
          <p:cNvSpPr>
            <a:spLocks noGrp="1"/>
          </p:cNvSpPr>
          <p:nvPr>
            <p:ph type="body" sz="quarter" idx="15" hasCustomPrompt="1"/>
          </p:nvPr>
        </p:nvSpPr>
        <p:spPr>
          <a:xfrm>
            <a:off x="920397" y="563044"/>
            <a:ext cx="3080104" cy="3485793"/>
          </a:xfrm>
        </p:spPr>
        <p:txBody>
          <a:bodyPr rtlCol="0" anchor="ctr" anchorCtr="0">
            <a:normAutofit/>
          </a:bodyPr>
          <a:lstStyle>
            <a:lvl1pPr marL="0" indent="0" algn="l">
              <a:lnSpc>
                <a:spcPct val="95000"/>
              </a:lnSpc>
              <a:spcBef>
                <a:spcPts val="0"/>
              </a:spcBef>
              <a:buNone/>
              <a:defRPr lang="ru-RU" sz="2800" b="0">
                <a:solidFill>
                  <a:schemeClr val="tx2"/>
                </a:solidFill>
                <a:latin typeface="+mn-cs"/>
                <a:cs typeface="+mn-cs"/>
              </a:defRPr>
            </a:lvl1pPr>
          </a:lstStyle>
          <a:p>
            <a:pPr lvl="0" rtl="0"/>
            <a:r>
              <a:rPr lang="ru-RU" noProof="0" dirty="0" err="1"/>
              <a:t>Lorem</a:t>
            </a:r>
            <a:r>
              <a:rPr lang="ru-RU" noProof="0" dirty="0"/>
              <a:t> </a:t>
            </a:r>
            <a:r>
              <a:rPr lang="ru-RU" noProof="0" dirty="0" err="1"/>
              <a:t>ipsum</a:t>
            </a:r>
            <a:r>
              <a:rPr lang="ru-RU" noProof="0" dirty="0"/>
              <a:t> </a:t>
            </a:r>
            <a:r>
              <a:rPr lang="ru-RU" noProof="0" dirty="0" err="1"/>
              <a:t>dolor</a:t>
            </a:r>
            <a:r>
              <a:rPr lang="ru-RU" noProof="0" dirty="0"/>
              <a:t> </a:t>
            </a:r>
            <a:r>
              <a:rPr lang="ru-RU" noProof="0" dirty="0" err="1"/>
              <a:t>sit</a:t>
            </a:r>
            <a:r>
              <a:rPr lang="ru-RU" noProof="0" dirty="0"/>
              <a:t> </a:t>
            </a:r>
            <a:r>
              <a:rPr lang="ru-RU" noProof="0" dirty="0" err="1"/>
              <a:t>amet</a:t>
            </a:r>
            <a:r>
              <a:rPr lang="ru-RU" noProof="0" dirty="0"/>
              <a:t>, </a:t>
            </a:r>
            <a:r>
              <a:rPr lang="ru-RU" noProof="0" dirty="0" err="1"/>
              <a:t>consectetuer</a:t>
            </a:r>
            <a:r>
              <a:rPr lang="ru-RU" noProof="0" dirty="0"/>
              <a:t> </a:t>
            </a:r>
            <a:r>
              <a:rPr lang="ru-RU" noProof="0" dirty="0" err="1"/>
              <a:t>adipiscing</a:t>
            </a:r>
            <a:r>
              <a:rPr lang="ru-RU" noProof="0" dirty="0"/>
              <a:t> </a:t>
            </a:r>
            <a:r>
              <a:rPr lang="ru-RU" noProof="0" dirty="0" err="1"/>
              <a:t>elit</a:t>
            </a:r>
            <a:r>
              <a:rPr lang="ru-RU" noProof="0" dirty="0"/>
              <a:t>, </a:t>
            </a:r>
            <a:r>
              <a:rPr lang="ru-RU" noProof="0" dirty="0" err="1"/>
              <a:t>sed</a:t>
            </a:r>
            <a:r>
              <a:rPr lang="ru-RU" noProof="0" dirty="0"/>
              <a:t> </a:t>
            </a:r>
            <a:r>
              <a:rPr lang="ru-RU" noProof="0" dirty="0" err="1"/>
              <a:t>diam</a:t>
            </a:r>
            <a:r>
              <a:rPr lang="ru-RU" noProof="0" dirty="0"/>
              <a:t> </a:t>
            </a:r>
            <a:r>
              <a:rPr lang="ru-RU" noProof="0" dirty="0" err="1"/>
              <a:t>nonummy</a:t>
            </a:r>
            <a:r>
              <a:rPr lang="ru-RU" noProof="0" dirty="0"/>
              <a:t> </a:t>
            </a:r>
            <a:r>
              <a:rPr lang="ru-RU" noProof="0" dirty="0" err="1"/>
              <a:t>nibh</a:t>
            </a:r>
            <a:r>
              <a:rPr lang="ru-RU" noProof="0" dirty="0"/>
              <a:t> </a:t>
            </a:r>
            <a:r>
              <a:rPr lang="ru-RU" noProof="0" dirty="0" err="1"/>
              <a:t>euismod</a:t>
            </a:r>
            <a:r>
              <a:rPr lang="ru-RU" noProof="0" dirty="0"/>
              <a:t>.</a:t>
            </a:r>
          </a:p>
        </p:txBody>
      </p:sp>
      <p:sp>
        <p:nvSpPr>
          <p:cNvPr id="27" name="Текст 20">
            <a:extLst>
              <a:ext uri="{FF2B5EF4-FFF2-40B4-BE49-F238E27FC236}">
                <a16:creationId xmlns:a16="http://schemas.microsoft.com/office/drawing/2014/main" id="{92D90E74-A710-40B3-8620-8210B48B1338}"/>
              </a:ext>
            </a:extLst>
          </p:cNvPr>
          <p:cNvSpPr>
            <a:spLocks noGrp="1"/>
          </p:cNvSpPr>
          <p:nvPr>
            <p:ph type="body" sz="quarter" idx="16" hasCustomPrompt="1"/>
          </p:nvPr>
        </p:nvSpPr>
        <p:spPr>
          <a:xfrm>
            <a:off x="7232261" y="9050527"/>
            <a:ext cx="2027360" cy="787242"/>
          </a:xfrm>
        </p:spPr>
        <p:txBody>
          <a:bodyPr rtlCol="0">
            <a:normAutofit/>
          </a:bodyPr>
          <a:lstStyle>
            <a:lvl1pPr marL="0" indent="0">
              <a:buNone/>
              <a:defRPr lang="ru-RU" sz="5300" b="0">
                <a:solidFill>
                  <a:schemeClr val="bg1">
                    <a:lumMod val="75000"/>
                  </a:schemeClr>
                </a:solidFill>
                <a:latin typeface="+mn-cs"/>
                <a:cs typeface="+mn-cs"/>
              </a:defRPr>
            </a:lvl1pPr>
          </a:lstStyle>
          <a:p>
            <a:pPr lvl="0" rtl="0"/>
            <a:r>
              <a:rPr lang="ru-RU" noProof="0" dirty="0"/>
              <a:t>Апрель</a:t>
            </a:r>
          </a:p>
        </p:txBody>
      </p:sp>
      <p:sp>
        <p:nvSpPr>
          <p:cNvPr id="29" name="Текст 20">
            <a:extLst>
              <a:ext uri="{FF2B5EF4-FFF2-40B4-BE49-F238E27FC236}">
                <a16:creationId xmlns:a16="http://schemas.microsoft.com/office/drawing/2014/main" id="{8DE8DD12-EB63-4413-B64E-A1E5BB8361EF}"/>
              </a:ext>
            </a:extLst>
          </p:cNvPr>
          <p:cNvSpPr>
            <a:spLocks noGrp="1"/>
          </p:cNvSpPr>
          <p:nvPr>
            <p:ph type="body" sz="quarter" idx="17" hasCustomPrompt="1"/>
          </p:nvPr>
        </p:nvSpPr>
        <p:spPr>
          <a:xfrm>
            <a:off x="2377136" y="5522217"/>
            <a:ext cx="1623366" cy="787242"/>
          </a:xfrm>
        </p:spPr>
        <p:txBody>
          <a:bodyPr rtlCol="0">
            <a:noAutofit/>
          </a:bodyPr>
          <a:lstStyle>
            <a:lvl1pPr marL="0" indent="0">
              <a:buNone/>
              <a:defRPr lang="ru-RU" sz="5300" b="0">
                <a:solidFill>
                  <a:schemeClr val="bg1">
                    <a:lumMod val="75000"/>
                  </a:schemeClr>
                </a:solidFill>
                <a:latin typeface="+mn-cs"/>
                <a:cs typeface="+mn-cs"/>
              </a:defRPr>
            </a:lvl1pPr>
          </a:lstStyle>
          <a:p>
            <a:pPr lvl="0" rtl="0"/>
            <a:r>
              <a:rPr lang="ru-RU" noProof="0" dirty="0"/>
              <a:t>00</a:t>
            </a:r>
          </a:p>
        </p:txBody>
      </p:sp>
      <p:sp>
        <p:nvSpPr>
          <p:cNvPr id="30" name="Текст 20">
            <a:extLst>
              <a:ext uri="{FF2B5EF4-FFF2-40B4-BE49-F238E27FC236}">
                <a16:creationId xmlns:a16="http://schemas.microsoft.com/office/drawing/2014/main" id="{7800CA70-BEA0-48CA-8AFF-9EB07693773E}"/>
              </a:ext>
            </a:extLst>
          </p:cNvPr>
          <p:cNvSpPr>
            <a:spLocks noGrp="1"/>
          </p:cNvSpPr>
          <p:nvPr>
            <p:ph type="body" sz="quarter" idx="18" hasCustomPrompt="1"/>
          </p:nvPr>
        </p:nvSpPr>
        <p:spPr>
          <a:xfrm>
            <a:off x="0" y="6736680"/>
            <a:ext cx="10058401" cy="1944000"/>
          </a:xfrm>
          <a:solidFill>
            <a:schemeClr val="bg1"/>
          </a:solidFill>
        </p:spPr>
        <p:txBody>
          <a:bodyPr tIns="324000" rtlCol="0" anchor="ctr" anchorCtr="0">
            <a:noAutofit/>
          </a:bodyPr>
          <a:lstStyle>
            <a:lvl1pPr marL="0" indent="0" algn="ctr">
              <a:buNone/>
              <a:defRPr lang="ru-RU" sz="10300" b="1">
                <a:solidFill>
                  <a:schemeClr val="tx1"/>
                </a:solidFill>
                <a:latin typeface="+mj-cs"/>
                <a:cs typeface="+mj-cs"/>
              </a:defRPr>
            </a:lvl1pPr>
          </a:lstStyle>
          <a:p>
            <a:pPr lvl="0" rtl="0"/>
            <a:r>
              <a:rPr lang="ru-RU" noProof="0" dirty="0"/>
              <a:t>НАЗВАНИЕ МЕРОПРИЯТИЯ</a:t>
            </a:r>
          </a:p>
        </p:txBody>
      </p:sp>
      <p:sp>
        <p:nvSpPr>
          <p:cNvPr id="33" name="Текст 20">
            <a:extLst>
              <a:ext uri="{FF2B5EF4-FFF2-40B4-BE49-F238E27FC236}">
                <a16:creationId xmlns:a16="http://schemas.microsoft.com/office/drawing/2014/main" id="{245249F9-CD1C-45FF-AF0F-7211F35CCE63}"/>
              </a:ext>
            </a:extLst>
          </p:cNvPr>
          <p:cNvSpPr>
            <a:spLocks noGrp="1"/>
          </p:cNvSpPr>
          <p:nvPr>
            <p:ph type="body" sz="quarter" idx="19" hasCustomPrompt="1"/>
          </p:nvPr>
        </p:nvSpPr>
        <p:spPr>
          <a:xfrm>
            <a:off x="807906" y="12820456"/>
            <a:ext cx="5624796" cy="2476800"/>
          </a:xfrm>
        </p:spPr>
        <p:txBody>
          <a:bodyPr rtlCol="0">
            <a:noAutofit/>
          </a:bodyPr>
          <a:lstStyle>
            <a:lvl1pPr marL="0" indent="0" algn="l">
              <a:buNone/>
              <a:defRPr lang="ru-RU" sz="16800" b="1" i="0" kern="1200" dirty="0" smtClean="0">
                <a:solidFill>
                  <a:schemeClr val="accent1"/>
                </a:solidFill>
                <a:effectLst/>
                <a:latin typeface="+mj-cs"/>
                <a:ea typeface="+mn-ea"/>
                <a:cs typeface="+mj-cs"/>
              </a:defRPr>
            </a:lvl1pPr>
          </a:lstStyle>
          <a:p>
            <a:pPr lvl="0" rtl="0"/>
            <a:r>
              <a:rPr lang="ru-RU" noProof="0" dirty="0"/>
              <a:t>НИЕ</a:t>
            </a:r>
          </a:p>
        </p:txBody>
      </p:sp>
      <p:sp>
        <p:nvSpPr>
          <p:cNvPr id="34" name="Текст 20">
            <a:extLst>
              <a:ext uri="{FF2B5EF4-FFF2-40B4-BE49-F238E27FC236}">
                <a16:creationId xmlns:a16="http://schemas.microsoft.com/office/drawing/2014/main" id="{138FC8F0-A7F1-4B6E-A886-CBFBFF0C31D6}"/>
              </a:ext>
            </a:extLst>
          </p:cNvPr>
          <p:cNvSpPr>
            <a:spLocks noGrp="1"/>
          </p:cNvSpPr>
          <p:nvPr>
            <p:ph type="body" sz="quarter" idx="20" hasCustomPrompt="1"/>
          </p:nvPr>
        </p:nvSpPr>
        <p:spPr>
          <a:xfrm>
            <a:off x="807906" y="10987465"/>
            <a:ext cx="4572353" cy="2476800"/>
          </a:xfrm>
        </p:spPr>
        <p:txBody>
          <a:bodyPr rtlCol="0">
            <a:noAutofit/>
          </a:bodyPr>
          <a:lstStyle>
            <a:lvl1pPr marL="0" indent="0" algn="l">
              <a:buNone/>
              <a:defRPr lang="ru-RU" sz="16800" b="1" i="0" kern="1200" dirty="0" smtClean="0">
                <a:solidFill>
                  <a:schemeClr val="accent4"/>
                </a:solidFill>
                <a:effectLst/>
                <a:latin typeface="+mj-cs"/>
                <a:ea typeface="+mn-ea"/>
                <a:cs typeface="+mj-cs"/>
              </a:defRPr>
            </a:lvl1pPr>
          </a:lstStyle>
          <a:p>
            <a:pPr lvl="0" rtl="0"/>
            <a:r>
              <a:rPr lang="ru-RU" noProof="0" dirty="0"/>
              <a:t>ЛЕЧЕ</a:t>
            </a:r>
          </a:p>
        </p:txBody>
      </p:sp>
      <p:sp>
        <p:nvSpPr>
          <p:cNvPr id="35" name="Текст 20">
            <a:extLst>
              <a:ext uri="{FF2B5EF4-FFF2-40B4-BE49-F238E27FC236}">
                <a16:creationId xmlns:a16="http://schemas.microsoft.com/office/drawing/2014/main" id="{7034503C-5804-4712-8C08-6CC68DBC662F}"/>
              </a:ext>
            </a:extLst>
          </p:cNvPr>
          <p:cNvSpPr>
            <a:spLocks noGrp="1"/>
          </p:cNvSpPr>
          <p:nvPr>
            <p:ph type="body" sz="quarter" idx="21" hasCustomPrompt="1"/>
          </p:nvPr>
        </p:nvSpPr>
        <p:spPr>
          <a:xfrm>
            <a:off x="807906" y="9090361"/>
            <a:ext cx="4572353" cy="2476800"/>
          </a:xfrm>
        </p:spPr>
        <p:txBody>
          <a:bodyPr rtlCol="0">
            <a:noAutofit/>
          </a:bodyPr>
          <a:lstStyle>
            <a:lvl1pPr marL="0" indent="0" algn="l">
              <a:buNone/>
              <a:defRPr lang="ru-RU" sz="16800" b="1" i="0" kern="1200" dirty="0" smtClean="0">
                <a:solidFill>
                  <a:schemeClr val="bg2"/>
                </a:solidFill>
                <a:effectLst/>
                <a:latin typeface="+mj-cs"/>
                <a:ea typeface="+mn-ea"/>
                <a:cs typeface="+mj-cs"/>
              </a:defRPr>
            </a:lvl1pPr>
          </a:lstStyle>
          <a:p>
            <a:pPr lvl="0" rtl="0"/>
            <a:r>
              <a:rPr lang="ru-RU" noProof="0" dirty="0"/>
              <a:t>ВОВ</a:t>
            </a:r>
          </a:p>
        </p:txBody>
      </p:sp>
    </p:spTree>
    <p:extLst>
      <p:ext uri="{BB962C8B-B14F-4D97-AF65-F5344CB8AC3E}">
        <p14:creationId xmlns:p14="http://schemas.microsoft.com/office/powerpoint/2010/main" val="307973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итульный слайд">
    <p:bg>
      <p:bgPr>
        <a:solidFill>
          <a:schemeClr val="tx2"/>
        </a:solidFill>
        <a:effectLst/>
      </p:bgPr>
    </p:bg>
    <p:spTree>
      <p:nvGrpSpPr>
        <p:cNvPr id="1" name=""/>
        <p:cNvGrpSpPr/>
        <p:nvPr/>
      </p:nvGrpSpPr>
      <p:grpSpPr>
        <a:xfrm>
          <a:off x="0" y="0"/>
          <a:ext cx="0" cy="0"/>
          <a:chOff x="0" y="0"/>
          <a:chExt cx="0" cy="0"/>
        </a:xfrm>
      </p:grpSpPr>
      <p:pic>
        <p:nvPicPr>
          <p:cNvPr id="23" name="Графический объект 22">
            <a:extLst>
              <a:ext uri="{FF2B5EF4-FFF2-40B4-BE49-F238E27FC236}">
                <a16:creationId xmlns:a16="http://schemas.microsoft.com/office/drawing/2014/main" id="{AA4E8085-B90A-438D-AD1F-102F3F0792A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28394" y="3081572"/>
            <a:ext cx="9070848" cy="10481022"/>
          </a:xfrm>
          <a:prstGeom prst="rect">
            <a:avLst/>
          </a:prstGeom>
        </p:spPr>
      </p:pic>
      <p:pic>
        <p:nvPicPr>
          <p:cNvPr id="18" name="Графический объект 17">
            <a:extLst>
              <a:ext uri="{FF2B5EF4-FFF2-40B4-BE49-F238E27FC236}">
                <a16:creationId xmlns:a16="http://schemas.microsoft.com/office/drawing/2014/main" id="{D13641AD-EF47-4A34-BF3B-D77258BD6CC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63179" y="362182"/>
            <a:ext cx="9298296" cy="14709600"/>
          </a:xfrm>
          <a:prstGeom prst="rect">
            <a:avLst/>
          </a:prstGeom>
        </p:spPr>
      </p:pic>
      <p:pic>
        <p:nvPicPr>
          <p:cNvPr id="6" name="Графический объект 5">
            <a:extLst>
              <a:ext uri="{FF2B5EF4-FFF2-40B4-BE49-F238E27FC236}">
                <a16:creationId xmlns:a16="http://schemas.microsoft.com/office/drawing/2014/main" id="{55DFAF3A-1440-44A4-A384-7C8F611B3ED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0" y="4084869"/>
            <a:ext cx="10058400" cy="6959600"/>
          </a:xfrm>
          <a:prstGeom prst="rect">
            <a:avLst/>
          </a:prstGeom>
        </p:spPr>
      </p:pic>
      <p:grpSp>
        <p:nvGrpSpPr>
          <p:cNvPr id="9" name="Группа 8">
            <a:extLst>
              <a:ext uri="{FF2B5EF4-FFF2-40B4-BE49-F238E27FC236}">
                <a16:creationId xmlns:a16="http://schemas.microsoft.com/office/drawing/2014/main" id="{C05DFBA6-8BD1-41E8-8811-8F587DA3142F}"/>
              </a:ext>
            </a:extLst>
          </p:cNvPr>
          <p:cNvGrpSpPr/>
          <p:nvPr userDrawn="1"/>
        </p:nvGrpSpPr>
        <p:grpSpPr>
          <a:xfrm>
            <a:off x="1771200" y="4693249"/>
            <a:ext cx="6516157" cy="6525383"/>
            <a:chOff x="1771200" y="4693249"/>
            <a:chExt cx="6516157" cy="6525383"/>
          </a:xfrm>
        </p:grpSpPr>
        <p:sp>
          <p:nvSpPr>
            <p:cNvPr id="7" name="Овал 6">
              <a:extLst>
                <a:ext uri="{FF2B5EF4-FFF2-40B4-BE49-F238E27FC236}">
                  <a16:creationId xmlns:a16="http://schemas.microsoft.com/office/drawing/2014/main" id="{553C6FCA-CA1D-436D-A6C1-721FC010DC7B}"/>
                </a:ext>
              </a:extLst>
            </p:cNvPr>
            <p:cNvSpPr/>
            <p:nvPr userDrawn="1"/>
          </p:nvSpPr>
          <p:spPr>
            <a:xfrm>
              <a:off x="1771200" y="4702632"/>
              <a:ext cx="6516000" cy="6516000"/>
            </a:xfrm>
            <a:prstGeom prst="ellipse">
              <a:avLst/>
            </a:prstGeom>
            <a:solidFill>
              <a:schemeClr val="accent2"/>
            </a:solidFill>
            <a:ln>
              <a:noFill/>
            </a:ln>
            <a:effectLst>
              <a:outerShdw blurRad="76200" dist="38100" dir="2700000" sx="102000" sy="102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ru-RU"/>
              </a:defPPr>
            </a:lstStyle>
            <a:p>
              <a:pPr algn="ctr" rtl="0"/>
              <a:endParaRPr lang="ru-RU" noProof="0" dirty="0"/>
            </a:p>
          </p:txBody>
        </p:sp>
        <p:pic>
          <p:nvPicPr>
            <p:cNvPr id="8" name="Графический объект 7">
              <a:extLst>
                <a:ext uri="{FF2B5EF4-FFF2-40B4-BE49-F238E27FC236}">
                  <a16:creationId xmlns:a16="http://schemas.microsoft.com/office/drawing/2014/main" id="{9A3E5B95-E6A9-463D-B19A-E2A4D000B42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933357" y="4693249"/>
              <a:ext cx="6354000" cy="6290460"/>
            </a:xfrm>
            <a:prstGeom prst="rect">
              <a:avLst/>
            </a:prstGeom>
          </p:spPr>
        </p:pic>
      </p:grpSp>
      <p:pic>
        <p:nvPicPr>
          <p:cNvPr id="16" name="Графический объект 15">
            <a:extLst>
              <a:ext uri="{FF2B5EF4-FFF2-40B4-BE49-F238E27FC236}">
                <a16:creationId xmlns:a16="http://schemas.microsoft.com/office/drawing/2014/main" id="{DE991043-6001-4BBB-A48B-D32FFF487378}"/>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591818" y="330613"/>
            <a:ext cx="9144000" cy="10058400"/>
          </a:xfrm>
          <a:prstGeom prst="rect">
            <a:avLst/>
          </a:prstGeom>
        </p:spPr>
      </p:pic>
      <p:sp>
        <p:nvSpPr>
          <p:cNvPr id="2" name="Заголовок 1">
            <a:extLst>
              <a:ext uri="{FF2B5EF4-FFF2-40B4-BE49-F238E27FC236}">
                <a16:creationId xmlns:a16="http://schemas.microsoft.com/office/drawing/2014/main" id="{5A6CF687-F218-4913-9F01-2223E053ABEC}"/>
              </a:ext>
            </a:extLst>
          </p:cNvPr>
          <p:cNvSpPr>
            <a:spLocks noGrp="1"/>
          </p:cNvSpPr>
          <p:nvPr>
            <p:ph type="ctrTitle" hasCustomPrompt="1"/>
          </p:nvPr>
        </p:nvSpPr>
        <p:spPr>
          <a:xfrm>
            <a:off x="780645" y="640941"/>
            <a:ext cx="8497112" cy="2477120"/>
          </a:xfrm>
        </p:spPr>
        <p:txBody>
          <a:bodyPr rtlCol="0" anchor="ctr" anchorCtr="0">
            <a:noAutofit/>
          </a:bodyPr>
          <a:lstStyle>
            <a:lvl1pPr algn="ctr">
              <a:defRPr lang="ru-RU" sz="15400" b="1">
                <a:solidFill>
                  <a:schemeClr val="bg1"/>
                </a:solidFill>
                <a:effectLst>
                  <a:outerShdw blurRad="63500" dist="50800" dir="2700000" algn="tl" rotWithShape="0">
                    <a:schemeClr val="tx1">
                      <a:alpha val="40000"/>
                    </a:schemeClr>
                  </a:outerShdw>
                </a:effectLst>
              </a:defRPr>
            </a:lvl1pPr>
          </a:lstStyle>
          <a:p>
            <a:pPr rtl="0"/>
            <a:r>
              <a:rPr lang="ru-RU" noProof="0" dirty="0"/>
              <a:t>ЗЕМЛИ</a:t>
            </a:r>
          </a:p>
        </p:txBody>
      </p:sp>
      <p:sp>
        <p:nvSpPr>
          <p:cNvPr id="3" name="Подзаголовок 2">
            <a:extLst>
              <a:ext uri="{FF2B5EF4-FFF2-40B4-BE49-F238E27FC236}">
                <a16:creationId xmlns:a16="http://schemas.microsoft.com/office/drawing/2014/main" id="{4F6F5B7F-A5CF-4F81-A323-E76E2A59CFF6}"/>
              </a:ext>
            </a:extLst>
          </p:cNvPr>
          <p:cNvSpPr>
            <a:spLocks noGrp="1"/>
          </p:cNvSpPr>
          <p:nvPr>
            <p:ph type="subTitle" idx="1" hasCustomPrompt="1"/>
          </p:nvPr>
        </p:nvSpPr>
        <p:spPr>
          <a:xfrm>
            <a:off x="3699418" y="2365424"/>
            <a:ext cx="5191035" cy="2476800"/>
          </a:xfrm>
        </p:spPr>
        <p:txBody>
          <a:bodyPr rtlCol="0" anchor="ctr" anchorCtr="0">
            <a:noAutofit/>
          </a:bodyPr>
          <a:lstStyle>
            <a:lvl1pPr marL="0" indent="0" algn="r">
              <a:buNone/>
              <a:defRPr lang="ru-RU" sz="13500" b="1">
                <a:solidFill>
                  <a:schemeClr val="bg2"/>
                </a:solidFill>
                <a:effectLst>
                  <a:outerShdw blurRad="63500" dist="50800" dir="2700000" algn="tl" rotWithShape="0">
                    <a:schemeClr val="tx1">
                      <a:alpha val="40000"/>
                    </a:schemeClr>
                  </a:outerShdw>
                </a:effectLst>
                <a:latin typeface="+mn-lt"/>
              </a:defRPr>
            </a:lvl1pPr>
            <a:lvl2pPr marL="1036335" indent="0" algn="ctr">
              <a:buNone/>
              <a:defRPr lang="ru-RU" sz="4533"/>
            </a:lvl2pPr>
            <a:lvl3pPr marL="2072670" indent="0" algn="ctr">
              <a:buNone/>
              <a:defRPr lang="ru-RU" sz="4080"/>
            </a:lvl3pPr>
            <a:lvl4pPr marL="3109006" indent="0" algn="ctr">
              <a:buNone/>
              <a:defRPr lang="ru-RU" sz="3627"/>
            </a:lvl4pPr>
            <a:lvl5pPr marL="4145341" indent="0" algn="ctr">
              <a:buNone/>
              <a:defRPr lang="ru-RU" sz="3627"/>
            </a:lvl5pPr>
            <a:lvl6pPr marL="5181676" indent="0" algn="ctr">
              <a:buNone/>
              <a:defRPr lang="ru-RU" sz="3627"/>
            </a:lvl6pPr>
            <a:lvl7pPr marL="6218011" indent="0" algn="ctr">
              <a:buNone/>
              <a:defRPr lang="ru-RU" sz="3627"/>
            </a:lvl7pPr>
            <a:lvl8pPr marL="7254347" indent="0" algn="ctr">
              <a:buNone/>
              <a:defRPr lang="ru-RU" sz="3627"/>
            </a:lvl8pPr>
            <a:lvl9pPr marL="8290682" indent="0" algn="ctr">
              <a:buNone/>
              <a:defRPr lang="ru-RU" sz="3627"/>
            </a:lvl9pPr>
          </a:lstStyle>
          <a:p>
            <a:pPr rtl="0"/>
            <a:r>
              <a:rPr lang="ru-RU" noProof="0" dirty="0"/>
              <a:t>День</a:t>
            </a:r>
          </a:p>
        </p:txBody>
      </p:sp>
      <p:sp>
        <p:nvSpPr>
          <p:cNvPr id="21" name="Текст 20">
            <a:extLst>
              <a:ext uri="{FF2B5EF4-FFF2-40B4-BE49-F238E27FC236}">
                <a16:creationId xmlns:a16="http://schemas.microsoft.com/office/drawing/2014/main" id="{2B7684A6-4B20-4CAF-8AA9-829261FD871D}"/>
              </a:ext>
            </a:extLst>
          </p:cNvPr>
          <p:cNvSpPr>
            <a:spLocks noGrp="1"/>
          </p:cNvSpPr>
          <p:nvPr>
            <p:ph type="body" sz="quarter" idx="10" hasCustomPrompt="1"/>
          </p:nvPr>
        </p:nvSpPr>
        <p:spPr>
          <a:xfrm>
            <a:off x="941212" y="12321909"/>
            <a:ext cx="2322688" cy="1142714"/>
          </a:xfrm>
        </p:spPr>
        <p:txBody>
          <a:bodyPr rtlCol="0" anchor="ctr" anchorCtr="0">
            <a:noAutofit/>
          </a:bodyPr>
          <a:lstStyle>
            <a:lvl1pPr marL="0" indent="0">
              <a:buNone/>
              <a:defRPr lang="ru-RU" sz="12500" b="0">
                <a:solidFill>
                  <a:schemeClr val="bg1"/>
                </a:solidFill>
                <a:effectLst>
                  <a:outerShdw blurRad="63500" dist="50800" dir="2700000" algn="tl" rotWithShape="0">
                    <a:schemeClr val="tx1">
                      <a:alpha val="40000"/>
                    </a:schemeClr>
                  </a:outerShdw>
                </a:effectLst>
                <a:latin typeface="+mj-lt"/>
              </a:defRPr>
            </a:lvl1pPr>
          </a:lstStyle>
          <a:p>
            <a:pPr lvl="0" rtl="0"/>
            <a:r>
              <a:rPr lang="ru-RU" noProof="0" dirty="0"/>
              <a:t>22</a:t>
            </a:r>
          </a:p>
        </p:txBody>
      </p:sp>
      <p:sp>
        <p:nvSpPr>
          <p:cNvPr id="24" name="Текст 20">
            <a:extLst>
              <a:ext uri="{FF2B5EF4-FFF2-40B4-BE49-F238E27FC236}">
                <a16:creationId xmlns:a16="http://schemas.microsoft.com/office/drawing/2014/main" id="{A0DAE996-310A-4716-AB4F-3A82FE6086C0}"/>
              </a:ext>
            </a:extLst>
          </p:cNvPr>
          <p:cNvSpPr>
            <a:spLocks noGrp="1"/>
          </p:cNvSpPr>
          <p:nvPr>
            <p:ph type="body" sz="quarter" idx="13" hasCustomPrompt="1"/>
          </p:nvPr>
        </p:nvSpPr>
        <p:spPr>
          <a:xfrm>
            <a:off x="707823" y="14046072"/>
            <a:ext cx="8642754" cy="677352"/>
          </a:xfrm>
        </p:spPr>
        <p:txBody>
          <a:bodyPr rtlCol="0">
            <a:noAutofit/>
          </a:bodyPr>
          <a:lstStyle>
            <a:lvl1pPr marL="0" indent="0" algn="ctr">
              <a:lnSpc>
                <a:spcPct val="95000"/>
              </a:lnSpc>
              <a:spcBef>
                <a:spcPts val="0"/>
              </a:spcBef>
              <a:buNone/>
              <a:defRPr lang="ru-RU" sz="5000" b="0">
                <a:solidFill>
                  <a:schemeClr val="accent6"/>
                </a:solidFill>
                <a:latin typeface="+mn-lt"/>
              </a:defRPr>
            </a:lvl1pPr>
          </a:lstStyle>
          <a:p>
            <a:pPr lvl="0" rtl="0"/>
            <a:r>
              <a:rPr lang="ru-RU" noProof="0" dirty="0"/>
              <a:t>ул. Библиотечная, д. 123 г. Красноярск</a:t>
            </a:r>
          </a:p>
        </p:txBody>
      </p:sp>
      <p:sp>
        <p:nvSpPr>
          <p:cNvPr id="27" name="Текст 20">
            <a:extLst>
              <a:ext uri="{FF2B5EF4-FFF2-40B4-BE49-F238E27FC236}">
                <a16:creationId xmlns:a16="http://schemas.microsoft.com/office/drawing/2014/main" id="{92D90E74-A710-40B3-8620-8210B48B1338}"/>
              </a:ext>
            </a:extLst>
          </p:cNvPr>
          <p:cNvSpPr>
            <a:spLocks noGrp="1"/>
          </p:cNvSpPr>
          <p:nvPr>
            <p:ph type="body" sz="quarter" idx="16" hasCustomPrompt="1"/>
          </p:nvPr>
        </p:nvSpPr>
        <p:spPr>
          <a:xfrm>
            <a:off x="941212" y="11598167"/>
            <a:ext cx="2322688" cy="787242"/>
          </a:xfrm>
        </p:spPr>
        <p:txBody>
          <a:bodyPr rtlCol="0">
            <a:normAutofit/>
          </a:bodyPr>
          <a:lstStyle>
            <a:lvl1pPr marL="0" indent="0">
              <a:buNone/>
              <a:defRPr lang="ru-RU" sz="5300" b="0">
                <a:solidFill>
                  <a:schemeClr val="bg2"/>
                </a:solidFill>
                <a:effectLst>
                  <a:outerShdw blurRad="63500" dist="50800" dir="2700000" algn="tl" rotWithShape="0">
                    <a:schemeClr val="tx1">
                      <a:alpha val="40000"/>
                    </a:schemeClr>
                  </a:outerShdw>
                </a:effectLst>
                <a:latin typeface="+mn-lt"/>
              </a:defRPr>
            </a:lvl1pPr>
          </a:lstStyle>
          <a:p>
            <a:pPr lvl="0" rtl="0"/>
            <a:r>
              <a:rPr lang="ru-RU" noProof="0" dirty="0"/>
              <a:t>Апрель</a:t>
            </a:r>
          </a:p>
        </p:txBody>
      </p:sp>
      <p:sp>
        <p:nvSpPr>
          <p:cNvPr id="33" name="Текст 20">
            <a:extLst>
              <a:ext uri="{FF2B5EF4-FFF2-40B4-BE49-F238E27FC236}">
                <a16:creationId xmlns:a16="http://schemas.microsoft.com/office/drawing/2014/main" id="{245249F9-CD1C-45FF-AF0F-7211F35CCE63}"/>
              </a:ext>
            </a:extLst>
          </p:cNvPr>
          <p:cNvSpPr>
            <a:spLocks noGrp="1"/>
          </p:cNvSpPr>
          <p:nvPr>
            <p:ph type="body" sz="quarter" idx="19" hasCustomPrompt="1"/>
          </p:nvPr>
        </p:nvSpPr>
        <p:spPr>
          <a:xfrm>
            <a:off x="4366984" y="11773087"/>
            <a:ext cx="4906282" cy="1981013"/>
          </a:xfrm>
        </p:spPr>
        <p:txBody>
          <a:bodyPr rtlCol="0">
            <a:noAutofit/>
          </a:bodyPr>
          <a:lstStyle>
            <a:lvl1pPr marL="0" indent="0" algn="r">
              <a:lnSpc>
                <a:spcPct val="95000"/>
              </a:lnSpc>
              <a:spcBef>
                <a:spcPts val="0"/>
              </a:spcBef>
              <a:buNone/>
              <a:defRPr lang="ru-RU" sz="3000" b="0" kern="1200" dirty="0" smtClean="0">
                <a:solidFill>
                  <a:schemeClr val="accent5"/>
                </a:solidFill>
                <a:effectLst/>
                <a:latin typeface="+mj-lt"/>
                <a:ea typeface="+mn-ea"/>
                <a:cs typeface="+mn-cs"/>
              </a:defRPr>
            </a:lvl1pPr>
          </a:lstStyle>
          <a:p>
            <a:pPr lvl="0" rtl="0"/>
            <a:r>
              <a:rPr lang="ru-RU" noProof="0" dirty="0" err="1"/>
              <a:t>Lorem</a:t>
            </a:r>
            <a:r>
              <a:rPr lang="ru-RU" noProof="0" dirty="0"/>
              <a:t> </a:t>
            </a:r>
            <a:r>
              <a:rPr lang="ru-RU" noProof="0" dirty="0" err="1"/>
              <a:t>ipsum</a:t>
            </a:r>
            <a:r>
              <a:rPr lang="ru-RU" noProof="0" dirty="0"/>
              <a:t> </a:t>
            </a:r>
            <a:r>
              <a:rPr lang="ru-RU" noProof="0" dirty="0" err="1"/>
              <a:t>dolor</a:t>
            </a:r>
            <a:r>
              <a:rPr lang="ru-RU" noProof="0" dirty="0"/>
              <a:t> </a:t>
            </a:r>
            <a:r>
              <a:rPr lang="ru-RU" noProof="0" dirty="0" err="1"/>
              <a:t>sit</a:t>
            </a:r>
            <a:r>
              <a:rPr lang="ru-RU" noProof="0" dirty="0"/>
              <a:t> </a:t>
            </a:r>
            <a:r>
              <a:rPr lang="ru-RU" noProof="0" dirty="0" err="1"/>
              <a:t>amet</a:t>
            </a:r>
            <a:r>
              <a:rPr lang="ru-RU" noProof="0" dirty="0"/>
              <a:t>, </a:t>
            </a:r>
            <a:r>
              <a:rPr lang="ru-RU" noProof="0" dirty="0" err="1"/>
              <a:t>consectetuer</a:t>
            </a:r>
            <a:r>
              <a:rPr lang="ru-RU" noProof="0" dirty="0"/>
              <a:t> </a:t>
            </a:r>
            <a:r>
              <a:rPr lang="ru-RU" noProof="0" dirty="0" err="1"/>
              <a:t>adipiscing</a:t>
            </a:r>
            <a:r>
              <a:rPr lang="ru-RU" noProof="0" dirty="0"/>
              <a:t> </a:t>
            </a:r>
            <a:r>
              <a:rPr lang="ru-RU" noProof="0" dirty="0" err="1"/>
              <a:t>elit</a:t>
            </a:r>
            <a:r>
              <a:rPr lang="ru-RU" noProof="0" dirty="0"/>
              <a:t>, </a:t>
            </a:r>
            <a:r>
              <a:rPr lang="ru-RU" noProof="0" dirty="0" err="1"/>
              <a:t>sed</a:t>
            </a:r>
            <a:r>
              <a:rPr lang="ru-RU" noProof="0" dirty="0"/>
              <a:t> </a:t>
            </a:r>
            <a:r>
              <a:rPr lang="ru-RU" noProof="0" dirty="0" err="1"/>
              <a:t>diam</a:t>
            </a:r>
            <a:r>
              <a:rPr lang="ru-RU" noProof="0" dirty="0"/>
              <a:t> </a:t>
            </a:r>
            <a:r>
              <a:rPr lang="ru-RU" noProof="0" dirty="0" err="1"/>
              <a:t>nonummy</a:t>
            </a:r>
            <a:r>
              <a:rPr lang="ru-RU" noProof="0" dirty="0"/>
              <a:t> </a:t>
            </a:r>
            <a:r>
              <a:rPr lang="ru-RU" noProof="0" dirty="0" err="1"/>
              <a:t>nibh</a:t>
            </a:r>
            <a:r>
              <a:rPr lang="ru-RU" noProof="0" dirty="0"/>
              <a:t> </a:t>
            </a:r>
            <a:r>
              <a:rPr lang="ru-RU" noProof="0" dirty="0" err="1"/>
              <a:t>euismod</a:t>
            </a:r>
            <a:endParaRPr lang="ru-RU" noProof="0" dirty="0"/>
          </a:p>
        </p:txBody>
      </p:sp>
      <p:pic>
        <p:nvPicPr>
          <p:cNvPr id="10" name="Графический объект 9">
            <a:extLst>
              <a:ext uri="{FF2B5EF4-FFF2-40B4-BE49-F238E27FC236}">
                <a16:creationId xmlns:a16="http://schemas.microsoft.com/office/drawing/2014/main" id="{970F14BE-87E0-42CA-AC69-3BF9FF049C2B}"/>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2867818" y="5370196"/>
            <a:ext cx="1663200" cy="1879035"/>
          </a:xfrm>
          <a:prstGeom prst="rect">
            <a:avLst/>
          </a:prstGeom>
        </p:spPr>
      </p:pic>
      <p:pic>
        <p:nvPicPr>
          <p:cNvPr id="12" name="Графический объект 11">
            <a:extLst>
              <a:ext uri="{FF2B5EF4-FFF2-40B4-BE49-F238E27FC236}">
                <a16:creationId xmlns:a16="http://schemas.microsoft.com/office/drawing/2014/main" id="{D3E4D2EA-042D-438E-8AC5-381059D27BE1}"/>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066471" y="5793684"/>
            <a:ext cx="5245486" cy="5436000"/>
          </a:xfrm>
          <a:prstGeom prst="rect">
            <a:avLst/>
          </a:prstGeom>
          <a:effectLst>
            <a:outerShdw blurRad="177800" dist="127000" dir="2700000" sx="101000" sy="101000" algn="tl" rotWithShape="0">
              <a:schemeClr val="tx1">
                <a:alpha val="40000"/>
              </a:schemeClr>
            </a:outerShdw>
          </a:effectLst>
        </p:spPr>
      </p:pic>
      <p:pic>
        <p:nvPicPr>
          <p:cNvPr id="17" name="Графический объект 16">
            <a:extLst>
              <a:ext uri="{FF2B5EF4-FFF2-40B4-BE49-F238E27FC236}">
                <a16:creationId xmlns:a16="http://schemas.microsoft.com/office/drawing/2014/main" id="{D11E645C-0289-4107-8100-965C6597E7D2}"/>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224585" y="2760964"/>
            <a:ext cx="965606" cy="9986400"/>
          </a:xfrm>
          <a:prstGeom prst="rect">
            <a:avLst/>
          </a:prstGeom>
        </p:spPr>
      </p:pic>
      <p:pic>
        <p:nvPicPr>
          <p:cNvPr id="30" name="Графический объект 29">
            <a:extLst>
              <a:ext uri="{FF2B5EF4-FFF2-40B4-BE49-F238E27FC236}">
                <a16:creationId xmlns:a16="http://schemas.microsoft.com/office/drawing/2014/main" id="{358E2213-33CC-4478-B63E-5017C7467127}"/>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566912" y="3764132"/>
            <a:ext cx="8924577" cy="7488000"/>
          </a:xfrm>
          <a:prstGeom prst="rect">
            <a:avLst/>
          </a:prstGeom>
          <a:effectLst>
            <a:outerShdw blurRad="76200" dist="63500" dir="2700000" algn="tl" rotWithShape="0">
              <a:schemeClr val="tx1">
                <a:alpha val="40000"/>
              </a:schemeClr>
            </a:outerShdw>
          </a:effectLst>
        </p:spPr>
      </p:pic>
    </p:spTree>
    <p:extLst>
      <p:ext uri="{BB962C8B-B14F-4D97-AF65-F5344CB8AC3E}">
        <p14:creationId xmlns:p14="http://schemas.microsoft.com/office/powerpoint/2010/main" val="3168608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Титульный слайд">
    <p:spTree>
      <p:nvGrpSpPr>
        <p:cNvPr id="1" name=""/>
        <p:cNvGrpSpPr/>
        <p:nvPr/>
      </p:nvGrpSpPr>
      <p:grpSpPr>
        <a:xfrm>
          <a:off x="0" y="0"/>
          <a:ext cx="0" cy="0"/>
          <a:chOff x="0" y="0"/>
          <a:chExt cx="0" cy="0"/>
        </a:xfrm>
      </p:grpSpPr>
      <p:sp>
        <p:nvSpPr>
          <p:cNvPr id="6" name="Прямоугольник 5">
            <a:extLst>
              <a:ext uri="{FF2B5EF4-FFF2-40B4-BE49-F238E27FC236}">
                <a16:creationId xmlns:a16="http://schemas.microsoft.com/office/drawing/2014/main" id="{8A71B69C-2C40-487C-8FAF-9AEEF5FFE22B}"/>
              </a:ext>
            </a:extLst>
          </p:cNvPr>
          <p:cNvSpPr/>
          <p:nvPr userDrawn="1"/>
        </p:nvSpPr>
        <p:spPr>
          <a:xfrm>
            <a:off x="0" y="9110309"/>
            <a:ext cx="10058400" cy="270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stStyle>
          <a:p>
            <a:pPr algn="ctr" rtl="0"/>
            <a:endParaRPr lang="ru-RU" noProof="0" dirty="0"/>
          </a:p>
        </p:txBody>
      </p:sp>
      <p:sp>
        <p:nvSpPr>
          <p:cNvPr id="2" name="Заголовок 1">
            <a:extLst>
              <a:ext uri="{FF2B5EF4-FFF2-40B4-BE49-F238E27FC236}">
                <a16:creationId xmlns:a16="http://schemas.microsoft.com/office/drawing/2014/main" id="{5A6CF687-F218-4913-9F01-2223E053ABEC}"/>
              </a:ext>
            </a:extLst>
          </p:cNvPr>
          <p:cNvSpPr>
            <a:spLocks noGrp="1"/>
          </p:cNvSpPr>
          <p:nvPr>
            <p:ph type="ctrTitle" hasCustomPrompt="1"/>
          </p:nvPr>
        </p:nvSpPr>
        <p:spPr>
          <a:xfrm>
            <a:off x="878615" y="1682073"/>
            <a:ext cx="8497112" cy="2477120"/>
          </a:xfrm>
        </p:spPr>
        <p:txBody>
          <a:bodyPr rtlCol="0" anchor="ctr" anchorCtr="0">
            <a:noAutofit/>
          </a:bodyPr>
          <a:lstStyle>
            <a:lvl1pPr algn="ctr">
              <a:defRPr lang="ru-RU" sz="18200" b="1" spc="1300" baseline="0">
                <a:solidFill>
                  <a:schemeClr val="accent3"/>
                </a:solidFill>
                <a:effectLst/>
              </a:defRPr>
            </a:lvl1pPr>
          </a:lstStyle>
          <a:p>
            <a:pPr rtl="0"/>
            <a:r>
              <a:rPr lang="ru-RU" noProof="0" dirty="0"/>
              <a:t>РАЗДАЧА</a:t>
            </a:r>
          </a:p>
        </p:txBody>
      </p:sp>
      <p:sp>
        <p:nvSpPr>
          <p:cNvPr id="3" name="Подзаголовок 2">
            <a:extLst>
              <a:ext uri="{FF2B5EF4-FFF2-40B4-BE49-F238E27FC236}">
                <a16:creationId xmlns:a16="http://schemas.microsoft.com/office/drawing/2014/main" id="{4F6F5B7F-A5CF-4F81-A323-E76E2A59CFF6}"/>
              </a:ext>
            </a:extLst>
          </p:cNvPr>
          <p:cNvSpPr>
            <a:spLocks noGrp="1"/>
          </p:cNvSpPr>
          <p:nvPr>
            <p:ph type="subTitle" idx="1" hasCustomPrompt="1"/>
          </p:nvPr>
        </p:nvSpPr>
        <p:spPr>
          <a:xfrm>
            <a:off x="0" y="0"/>
            <a:ext cx="10058400" cy="1314000"/>
          </a:xfrm>
          <a:solidFill>
            <a:schemeClr val="accent1"/>
          </a:solidFill>
        </p:spPr>
        <p:txBody>
          <a:bodyPr rtlCol="0" anchor="ctr" anchorCtr="0">
            <a:noAutofit/>
          </a:bodyPr>
          <a:lstStyle>
            <a:lvl1pPr marL="0" indent="0" algn="ctr">
              <a:buNone/>
              <a:defRPr lang="ru-RU" sz="4300" b="1" spc="110" baseline="0">
                <a:solidFill>
                  <a:schemeClr val="bg1"/>
                </a:solidFill>
                <a:effectLst/>
                <a:latin typeface="+mn-cs"/>
                <a:cs typeface="+mn-cs"/>
              </a:defRPr>
            </a:lvl1pPr>
            <a:lvl2pPr marL="1036335" indent="0" algn="ctr">
              <a:buNone/>
              <a:defRPr lang="ru-RU" sz="4533"/>
            </a:lvl2pPr>
            <a:lvl3pPr marL="2072670" indent="0" algn="ctr">
              <a:buNone/>
              <a:defRPr lang="ru-RU" sz="4080"/>
            </a:lvl3pPr>
            <a:lvl4pPr marL="3109006" indent="0" algn="ctr">
              <a:buNone/>
              <a:defRPr lang="ru-RU" sz="3627"/>
            </a:lvl4pPr>
            <a:lvl5pPr marL="4145341" indent="0" algn="ctr">
              <a:buNone/>
              <a:defRPr lang="ru-RU" sz="3627"/>
            </a:lvl5pPr>
            <a:lvl6pPr marL="5181676" indent="0" algn="ctr">
              <a:buNone/>
              <a:defRPr lang="ru-RU" sz="3627"/>
            </a:lvl6pPr>
            <a:lvl7pPr marL="6218011" indent="0" algn="ctr">
              <a:buNone/>
              <a:defRPr lang="ru-RU" sz="3627"/>
            </a:lvl7pPr>
            <a:lvl8pPr marL="7254347" indent="0" algn="ctr">
              <a:buNone/>
              <a:defRPr lang="ru-RU" sz="3627"/>
            </a:lvl8pPr>
            <a:lvl9pPr marL="8290682" indent="0" algn="ctr">
              <a:buNone/>
              <a:defRPr lang="ru-RU" sz="3627"/>
            </a:lvl9pPr>
          </a:lstStyle>
          <a:p>
            <a:pPr rtl="0"/>
            <a:r>
              <a:rPr lang="ru-RU" noProof="0" dirty="0" err="1"/>
              <a:t>Lorem</a:t>
            </a:r>
            <a:r>
              <a:rPr lang="ru-RU" noProof="0" dirty="0"/>
              <a:t> </a:t>
            </a:r>
            <a:r>
              <a:rPr lang="ru-RU" noProof="0" dirty="0" err="1"/>
              <a:t>Ipsum</a:t>
            </a:r>
            <a:r>
              <a:rPr lang="ru-RU" noProof="0" dirty="0"/>
              <a:t> </a:t>
            </a:r>
            <a:r>
              <a:rPr lang="ru-RU" noProof="0" dirty="0" err="1"/>
              <a:t>Dolor</a:t>
            </a:r>
            <a:r>
              <a:rPr lang="ru-RU" noProof="0" dirty="0"/>
              <a:t> </a:t>
            </a:r>
            <a:r>
              <a:rPr lang="ru-RU" noProof="0" dirty="0" err="1"/>
              <a:t>Sit</a:t>
            </a:r>
            <a:r>
              <a:rPr lang="ru-RU" noProof="0" dirty="0"/>
              <a:t> </a:t>
            </a:r>
            <a:r>
              <a:rPr lang="ru-RU" noProof="0" dirty="0" err="1"/>
              <a:t>Amet</a:t>
            </a:r>
            <a:endParaRPr lang="ru-RU" noProof="0" dirty="0"/>
          </a:p>
        </p:txBody>
      </p:sp>
      <p:sp>
        <p:nvSpPr>
          <p:cNvPr id="24" name="Текст 20">
            <a:extLst>
              <a:ext uri="{FF2B5EF4-FFF2-40B4-BE49-F238E27FC236}">
                <a16:creationId xmlns:a16="http://schemas.microsoft.com/office/drawing/2014/main" id="{A0DAE996-310A-4716-AB4F-3A82FE6086C0}"/>
              </a:ext>
            </a:extLst>
          </p:cNvPr>
          <p:cNvSpPr>
            <a:spLocks noGrp="1"/>
          </p:cNvSpPr>
          <p:nvPr>
            <p:ph type="body" sz="quarter" idx="13" hasCustomPrompt="1"/>
          </p:nvPr>
        </p:nvSpPr>
        <p:spPr>
          <a:xfrm>
            <a:off x="3245520" y="9414744"/>
            <a:ext cx="3364165" cy="2226233"/>
          </a:xfrm>
        </p:spPr>
        <p:txBody>
          <a:bodyPr rtlCol="0">
            <a:noAutofit/>
          </a:bodyPr>
          <a:lstStyle>
            <a:lvl1pPr marL="0" indent="0" algn="ctr">
              <a:lnSpc>
                <a:spcPct val="90000"/>
              </a:lnSpc>
              <a:spcBef>
                <a:spcPts val="0"/>
              </a:spcBef>
              <a:buNone/>
              <a:defRPr lang="ru-RU" sz="7300" b="1">
                <a:solidFill>
                  <a:schemeClr val="bg1"/>
                </a:solidFill>
                <a:latin typeface="+mn-cs"/>
                <a:cs typeface="+mn-cs"/>
              </a:defRPr>
            </a:lvl1pPr>
          </a:lstStyle>
          <a:p>
            <a:pPr lvl="0" rtl="0"/>
            <a:r>
              <a:rPr lang="ru-RU" noProof="0" dirty="0"/>
              <a:t>Мероприятие</a:t>
            </a:r>
            <a:br>
              <a:rPr lang="ru-RU" noProof="0" dirty="0"/>
            </a:br>
            <a:r>
              <a:rPr lang="ru-RU" noProof="0" dirty="0"/>
              <a:t>Название</a:t>
            </a:r>
          </a:p>
        </p:txBody>
      </p:sp>
      <p:sp>
        <p:nvSpPr>
          <p:cNvPr id="27" name="Текст 20">
            <a:extLst>
              <a:ext uri="{FF2B5EF4-FFF2-40B4-BE49-F238E27FC236}">
                <a16:creationId xmlns:a16="http://schemas.microsoft.com/office/drawing/2014/main" id="{92D90E74-A710-40B3-8620-8210B48B1338}"/>
              </a:ext>
            </a:extLst>
          </p:cNvPr>
          <p:cNvSpPr>
            <a:spLocks noGrp="1"/>
          </p:cNvSpPr>
          <p:nvPr>
            <p:ph type="body" sz="quarter" idx="16" hasCustomPrompt="1"/>
          </p:nvPr>
        </p:nvSpPr>
        <p:spPr>
          <a:xfrm>
            <a:off x="529659" y="6310552"/>
            <a:ext cx="9064396" cy="2476800"/>
          </a:xfrm>
        </p:spPr>
        <p:txBody>
          <a:bodyPr rtlCol="0">
            <a:noAutofit/>
          </a:bodyPr>
          <a:lstStyle>
            <a:lvl1pPr marL="0" indent="0" algn="ctr">
              <a:buNone/>
              <a:defRPr lang="ru-RU" sz="18200" b="1" kern="1200" spc="350" baseline="0" dirty="0">
                <a:solidFill>
                  <a:schemeClr val="accent3"/>
                </a:solidFill>
                <a:effectLst/>
                <a:latin typeface="+mj-cs"/>
                <a:ea typeface="+mj-ea"/>
                <a:cs typeface="+mj-cs"/>
              </a:defRPr>
            </a:lvl1pPr>
          </a:lstStyle>
          <a:p>
            <a:pPr lvl="0" rtl="0"/>
            <a:r>
              <a:rPr lang="ru-RU" noProof="0" dirty="0"/>
              <a:t>ПРОДУКТОВ</a:t>
            </a:r>
          </a:p>
        </p:txBody>
      </p:sp>
      <p:sp>
        <p:nvSpPr>
          <p:cNvPr id="33" name="Текст 20">
            <a:extLst>
              <a:ext uri="{FF2B5EF4-FFF2-40B4-BE49-F238E27FC236}">
                <a16:creationId xmlns:a16="http://schemas.microsoft.com/office/drawing/2014/main" id="{245249F9-CD1C-45FF-AF0F-7211F35CCE63}"/>
              </a:ext>
            </a:extLst>
          </p:cNvPr>
          <p:cNvSpPr>
            <a:spLocks noGrp="1"/>
          </p:cNvSpPr>
          <p:nvPr>
            <p:ph type="body" sz="quarter" idx="19" hasCustomPrompt="1"/>
          </p:nvPr>
        </p:nvSpPr>
        <p:spPr>
          <a:xfrm>
            <a:off x="6984758" y="9514357"/>
            <a:ext cx="1888397" cy="1981013"/>
          </a:xfrm>
        </p:spPr>
        <p:txBody>
          <a:bodyPr rtlCol="0">
            <a:noAutofit/>
          </a:bodyPr>
          <a:lstStyle>
            <a:lvl1pPr marL="0" indent="0" algn="r">
              <a:lnSpc>
                <a:spcPct val="95000"/>
              </a:lnSpc>
              <a:spcBef>
                <a:spcPts val="0"/>
              </a:spcBef>
              <a:buNone/>
              <a:defRPr lang="ru-RU" sz="3000" b="1" kern="1200" dirty="0" smtClean="0">
                <a:solidFill>
                  <a:schemeClr val="bg1"/>
                </a:solidFill>
                <a:effectLst/>
                <a:latin typeface="+mj-cs"/>
                <a:ea typeface="+mn-ea"/>
                <a:cs typeface="+mj-cs"/>
              </a:defRPr>
            </a:lvl1pPr>
          </a:lstStyle>
          <a:p>
            <a:pPr lvl="0" rtl="0"/>
            <a:r>
              <a:rPr lang="ru-RU" noProof="0" dirty="0"/>
              <a:t>д. 123</a:t>
            </a:r>
            <a:br>
              <a:rPr lang="ru-RU" noProof="0" dirty="0"/>
            </a:br>
            <a:r>
              <a:rPr lang="ru-RU" noProof="0" dirty="0"/>
              <a:t>ул. Библиотечная</a:t>
            </a:r>
            <a:br>
              <a:rPr lang="ru-RU" noProof="0" dirty="0"/>
            </a:br>
            <a:r>
              <a:rPr lang="ru-RU" noProof="0" dirty="0"/>
              <a:t>г. Красноярск,</a:t>
            </a:r>
            <a:br>
              <a:rPr lang="ru-RU" noProof="0" dirty="0"/>
            </a:br>
            <a:r>
              <a:rPr lang="ru-RU" noProof="0" dirty="0"/>
              <a:t>123456</a:t>
            </a:r>
          </a:p>
        </p:txBody>
      </p:sp>
      <p:sp>
        <p:nvSpPr>
          <p:cNvPr id="12" name="Прямоугольник 11">
            <a:extLst>
              <a:ext uri="{FF2B5EF4-FFF2-40B4-BE49-F238E27FC236}">
                <a16:creationId xmlns:a16="http://schemas.microsoft.com/office/drawing/2014/main" id="{B0E9807A-6924-4C61-8A04-A8EB31DB18A2}"/>
              </a:ext>
            </a:extLst>
          </p:cNvPr>
          <p:cNvSpPr/>
          <p:nvPr userDrawn="1"/>
        </p:nvSpPr>
        <p:spPr>
          <a:xfrm>
            <a:off x="0" y="14932800"/>
            <a:ext cx="10058400" cy="61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ru-RU"/>
            </a:defPPr>
          </a:lstStyle>
          <a:p>
            <a:pPr algn="ctr" rtl="0"/>
            <a:endParaRPr lang="ru-RU" noProof="0" dirty="0"/>
          </a:p>
        </p:txBody>
      </p:sp>
      <p:pic>
        <p:nvPicPr>
          <p:cNvPr id="7" name="Графический объект 6">
            <a:extLst>
              <a:ext uri="{FF2B5EF4-FFF2-40B4-BE49-F238E27FC236}">
                <a16:creationId xmlns:a16="http://schemas.microsoft.com/office/drawing/2014/main" id="{559289CE-7CCE-45DC-8AC2-5267C3D2052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52510" y="3965307"/>
            <a:ext cx="7553381" cy="2365200"/>
          </a:xfrm>
          <a:prstGeom prst="rect">
            <a:avLst/>
          </a:prstGeom>
        </p:spPr>
      </p:pic>
      <p:sp>
        <p:nvSpPr>
          <p:cNvPr id="14" name="Текст 20">
            <a:extLst>
              <a:ext uri="{FF2B5EF4-FFF2-40B4-BE49-F238E27FC236}">
                <a16:creationId xmlns:a16="http://schemas.microsoft.com/office/drawing/2014/main" id="{5A00AC0F-0E31-49E2-8EF5-B6FAFAF25283}"/>
              </a:ext>
            </a:extLst>
          </p:cNvPr>
          <p:cNvSpPr>
            <a:spLocks noGrp="1"/>
          </p:cNvSpPr>
          <p:nvPr>
            <p:ph type="body" sz="quarter" idx="20" hasCustomPrompt="1"/>
          </p:nvPr>
        </p:nvSpPr>
        <p:spPr>
          <a:xfrm>
            <a:off x="1116054" y="9427925"/>
            <a:ext cx="1881147" cy="705281"/>
          </a:xfrm>
        </p:spPr>
        <p:txBody>
          <a:bodyPr rtlCol="0" anchor="ctr" anchorCtr="0">
            <a:noAutofit/>
          </a:bodyPr>
          <a:lstStyle>
            <a:lvl1pPr marL="0" indent="0" algn="l">
              <a:lnSpc>
                <a:spcPct val="90000"/>
              </a:lnSpc>
              <a:spcBef>
                <a:spcPts val="0"/>
              </a:spcBef>
              <a:buNone/>
              <a:defRPr lang="ru-RU" sz="3000" b="1">
                <a:solidFill>
                  <a:schemeClr val="bg1"/>
                </a:solidFill>
                <a:latin typeface="+mj-cs"/>
                <a:cs typeface="+mj-cs"/>
              </a:defRPr>
            </a:lvl1pPr>
          </a:lstStyle>
          <a:p>
            <a:pPr lvl="0" rtl="0"/>
            <a:r>
              <a:rPr lang="ru-RU" noProof="0" dirty="0"/>
              <a:t>20:00</a:t>
            </a:r>
          </a:p>
        </p:txBody>
      </p:sp>
      <p:sp>
        <p:nvSpPr>
          <p:cNvPr id="15" name="Текст 20">
            <a:extLst>
              <a:ext uri="{FF2B5EF4-FFF2-40B4-BE49-F238E27FC236}">
                <a16:creationId xmlns:a16="http://schemas.microsoft.com/office/drawing/2014/main" id="{A8BD7EE7-5B73-4737-AF48-F64FE965B7BA}"/>
              </a:ext>
            </a:extLst>
          </p:cNvPr>
          <p:cNvSpPr>
            <a:spLocks noGrp="1"/>
          </p:cNvSpPr>
          <p:nvPr>
            <p:ph type="body" sz="quarter" idx="21" hasCustomPrompt="1"/>
          </p:nvPr>
        </p:nvSpPr>
        <p:spPr>
          <a:xfrm>
            <a:off x="1116054" y="10771943"/>
            <a:ext cx="1881147" cy="705281"/>
          </a:xfrm>
        </p:spPr>
        <p:txBody>
          <a:bodyPr rtlCol="0" anchor="ctr" anchorCtr="0">
            <a:noAutofit/>
          </a:bodyPr>
          <a:lstStyle>
            <a:lvl1pPr marL="0" indent="0" algn="l">
              <a:lnSpc>
                <a:spcPct val="90000"/>
              </a:lnSpc>
              <a:spcBef>
                <a:spcPts val="0"/>
              </a:spcBef>
              <a:buNone/>
              <a:defRPr lang="ru-RU" sz="3000" b="1">
                <a:solidFill>
                  <a:schemeClr val="bg1"/>
                </a:solidFill>
                <a:latin typeface="+mj-cs"/>
                <a:cs typeface="+mj-cs"/>
              </a:defRPr>
            </a:lvl1pPr>
          </a:lstStyle>
          <a:p>
            <a:pPr lvl="0" rtl="0"/>
            <a:r>
              <a:rPr lang="ru-RU" noProof="0" dirty="0"/>
              <a:t>АПРЕЛЬ</a:t>
            </a:r>
          </a:p>
        </p:txBody>
      </p:sp>
      <p:sp>
        <p:nvSpPr>
          <p:cNvPr id="16" name="Текст 20">
            <a:extLst>
              <a:ext uri="{FF2B5EF4-FFF2-40B4-BE49-F238E27FC236}">
                <a16:creationId xmlns:a16="http://schemas.microsoft.com/office/drawing/2014/main" id="{86892A7A-9555-4331-A8AA-442E3692D9D0}"/>
              </a:ext>
            </a:extLst>
          </p:cNvPr>
          <p:cNvSpPr>
            <a:spLocks noGrp="1"/>
          </p:cNvSpPr>
          <p:nvPr>
            <p:ph type="body" sz="quarter" idx="22" hasCustomPrompt="1"/>
          </p:nvPr>
        </p:nvSpPr>
        <p:spPr>
          <a:xfrm>
            <a:off x="1082601" y="9947993"/>
            <a:ext cx="1847694" cy="1031262"/>
          </a:xfrm>
        </p:spPr>
        <p:txBody>
          <a:bodyPr rtlCol="0" anchor="ctr" anchorCtr="0">
            <a:noAutofit/>
          </a:bodyPr>
          <a:lstStyle>
            <a:lvl1pPr marL="0" indent="0" algn="l">
              <a:lnSpc>
                <a:spcPct val="90000"/>
              </a:lnSpc>
              <a:spcBef>
                <a:spcPts val="0"/>
              </a:spcBef>
              <a:buNone/>
              <a:defRPr lang="ru-RU" sz="8500" b="1">
                <a:solidFill>
                  <a:schemeClr val="bg1"/>
                </a:solidFill>
                <a:latin typeface="+mj-cs"/>
                <a:cs typeface="+mj-cs"/>
              </a:defRPr>
            </a:lvl1pPr>
          </a:lstStyle>
          <a:p>
            <a:pPr lvl="0" rtl="0"/>
            <a:r>
              <a:rPr lang="ru-RU" noProof="0" dirty="0"/>
              <a:t>20</a:t>
            </a:r>
          </a:p>
        </p:txBody>
      </p:sp>
      <p:cxnSp>
        <p:nvCxnSpPr>
          <p:cNvPr id="9" name="Прямая соединительная линия 8">
            <a:extLst>
              <a:ext uri="{FF2B5EF4-FFF2-40B4-BE49-F238E27FC236}">
                <a16:creationId xmlns:a16="http://schemas.microsoft.com/office/drawing/2014/main" id="{1A53C66B-0442-4D24-9638-73537BDC76EE}"/>
              </a:ext>
            </a:extLst>
          </p:cNvPr>
          <p:cNvCxnSpPr/>
          <p:nvPr userDrawn="1"/>
        </p:nvCxnSpPr>
        <p:spPr>
          <a:xfrm>
            <a:off x="3059169" y="9582765"/>
            <a:ext cx="0" cy="16632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a:extLst>
              <a:ext uri="{FF2B5EF4-FFF2-40B4-BE49-F238E27FC236}">
                <a16:creationId xmlns:a16="http://schemas.microsoft.com/office/drawing/2014/main" id="{DF93DCFD-05CA-483B-BD2C-79EED4625D3D}"/>
              </a:ext>
            </a:extLst>
          </p:cNvPr>
          <p:cNvCxnSpPr/>
          <p:nvPr userDrawn="1"/>
        </p:nvCxnSpPr>
        <p:spPr>
          <a:xfrm>
            <a:off x="6822713" y="9582765"/>
            <a:ext cx="0" cy="16632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Текст 20">
            <a:extLst>
              <a:ext uri="{FF2B5EF4-FFF2-40B4-BE49-F238E27FC236}">
                <a16:creationId xmlns:a16="http://schemas.microsoft.com/office/drawing/2014/main" id="{82371AFA-C0FF-41F0-AB1F-FF11432A8D51}"/>
              </a:ext>
            </a:extLst>
          </p:cNvPr>
          <p:cNvSpPr>
            <a:spLocks noGrp="1"/>
          </p:cNvSpPr>
          <p:nvPr>
            <p:ph type="body" sz="quarter" idx="23"/>
          </p:nvPr>
        </p:nvSpPr>
        <p:spPr>
          <a:xfrm>
            <a:off x="1116054" y="12409154"/>
            <a:ext cx="7757101" cy="1981013"/>
          </a:xfrm>
        </p:spPr>
        <p:txBody>
          <a:bodyPr rtlCol="0" anchor="ctr" anchorCtr="0">
            <a:noAutofit/>
          </a:bodyPr>
          <a:lstStyle>
            <a:lvl1pPr marL="0" indent="0" algn="ctr">
              <a:lnSpc>
                <a:spcPct val="95000"/>
              </a:lnSpc>
              <a:spcBef>
                <a:spcPts val="0"/>
              </a:spcBef>
              <a:buNone/>
              <a:defRPr lang="ru-RU" sz="2000" b="1" kern="1200" dirty="0" smtClean="0">
                <a:solidFill>
                  <a:schemeClr val="accent3"/>
                </a:solidFill>
                <a:effectLst/>
                <a:latin typeface="+mj-cs"/>
                <a:ea typeface="+mn-ea"/>
                <a:cs typeface="+mj-cs"/>
              </a:defRPr>
            </a:lvl1pPr>
          </a:lstStyle>
          <a:p>
            <a:pPr lvl="0" rtl="0"/>
            <a:endParaRPr lang="ru-RU" noProof="0" dirty="0"/>
          </a:p>
        </p:txBody>
      </p:sp>
    </p:spTree>
    <p:extLst>
      <p:ext uri="{BB962C8B-B14F-4D97-AF65-F5344CB8AC3E}">
        <p14:creationId xmlns:p14="http://schemas.microsoft.com/office/powerpoint/2010/main" val="2316581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Титульный слайд">
    <p:spTree>
      <p:nvGrpSpPr>
        <p:cNvPr id="1" name=""/>
        <p:cNvGrpSpPr/>
        <p:nvPr/>
      </p:nvGrpSpPr>
      <p:grpSpPr>
        <a:xfrm>
          <a:off x="0" y="0"/>
          <a:ext cx="0" cy="0"/>
          <a:chOff x="0" y="0"/>
          <a:chExt cx="0" cy="0"/>
        </a:xfrm>
      </p:grpSpPr>
      <p:pic>
        <p:nvPicPr>
          <p:cNvPr id="45" name="Графический объект 44">
            <a:extLst>
              <a:ext uri="{FF2B5EF4-FFF2-40B4-BE49-F238E27FC236}">
                <a16:creationId xmlns:a16="http://schemas.microsoft.com/office/drawing/2014/main" id="{D12FC499-BFD7-4A5F-8E4E-4199238B02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04335" y="10219705"/>
            <a:ext cx="1754065" cy="2275200"/>
          </a:xfrm>
          <a:prstGeom prst="rect">
            <a:avLst/>
          </a:prstGeom>
        </p:spPr>
      </p:pic>
      <p:pic>
        <p:nvPicPr>
          <p:cNvPr id="18" name="Графический объект 17">
            <a:extLst>
              <a:ext uri="{FF2B5EF4-FFF2-40B4-BE49-F238E27FC236}">
                <a16:creationId xmlns:a16="http://schemas.microsoft.com/office/drawing/2014/main" id="{4ED76D13-8D97-4D32-9A0B-F671D929EA4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9868935"/>
            <a:ext cx="1926000" cy="2090724"/>
          </a:xfrm>
          <a:prstGeom prst="rect">
            <a:avLst/>
          </a:prstGeom>
        </p:spPr>
      </p:pic>
      <p:pic>
        <p:nvPicPr>
          <p:cNvPr id="43" name="Графический объект 42">
            <a:extLst>
              <a:ext uri="{FF2B5EF4-FFF2-40B4-BE49-F238E27FC236}">
                <a16:creationId xmlns:a16="http://schemas.microsoft.com/office/drawing/2014/main" id="{EA531BAE-1DA5-4846-8584-32C30165850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34598" y="9458936"/>
            <a:ext cx="4284000" cy="3299478"/>
          </a:xfrm>
          <a:prstGeom prst="rect">
            <a:avLst/>
          </a:prstGeom>
        </p:spPr>
      </p:pic>
      <p:pic>
        <p:nvPicPr>
          <p:cNvPr id="42" name="Графический объект 41">
            <a:extLst>
              <a:ext uri="{FF2B5EF4-FFF2-40B4-BE49-F238E27FC236}">
                <a16:creationId xmlns:a16="http://schemas.microsoft.com/office/drawing/2014/main" id="{DD610074-9BCE-44D5-9E59-279296CB344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222920" y="11128553"/>
            <a:ext cx="2988000" cy="2301316"/>
          </a:xfrm>
          <a:prstGeom prst="rect">
            <a:avLst/>
          </a:prstGeom>
        </p:spPr>
      </p:pic>
      <p:pic>
        <p:nvPicPr>
          <p:cNvPr id="41" name="Графический объект 40">
            <a:extLst>
              <a:ext uri="{FF2B5EF4-FFF2-40B4-BE49-F238E27FC236}">
                <a16:creationId xmlns:a16="http://schemas.microsoft.com/office/drawing/2014/main" id="{6DF4B1B8-2A9E-440F-9427-B40436D3F65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6447156" y="8504076"/>
            <a:ext cx="2959200" cy="2279135"/>
          </a:xfrm>
          <a:prstGeom prst="rect">
            <a:avLst/>
          </a:prstGeom>
        </p:spPr>
      </p:pic>
      <p:pic>
        <p:nvPicPr>
          <p:cNvPr id="39" name="Графический объект 38">
            <a:extLst>
              <a:ext uri="{FF2B5EF4-FFF2-40B4-BE49-F238E27FC236}">
                <a16:creationId xmlns:a16="http://schemas.microsoft.com/office/drawing/2014/main" id="{CCC2E83F-60C7-452E-B95D-7EF12B5F8F4A}"/>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691802" y="8570128"/>
            <a:ext cx="2959200" cy="2279135"/>
          </a:xfrm>
          <a:prstGeom prst="rect">
            <a:avLst/>
          </a:prstGeom>
        </p:spPr>
      </p:pic>
      <p:pic>
        <p:nvPicPr>
          <p:cNvPr id="40" name="Графический объект 39">
            <a:extLst>
              <a:ext uri="{FF2B5EF4-FFF2-40B4-BE49-F238E27FC236}">
                <a16:creationId xmlns:a16="http://schemas.microsoft.com/office/drawing/2014/main" id="{7FA39941-5D4D-4E8A-805B-8233C305556C}"/>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5836525" y="9911859"/>
            <a:ext cx="3398139" cy="2617200"/>
          </a:xfrm>
          <a:prstGeom prst="rect">
            <a:avLst/>
          </a:prstGeom>
        </p:spPr>
      </p:pic>
      <p:pic>
        <p:nvPicPr>
          <p:cNvPr id="38" name="Графический объект 37">
            <a:extLst>
              <a:ext uri="{FF2B5EF4-FFF2-40B4-BE49-F238E27FC236}">
                <a16:creationId xmlns:a16="http://schemas.microsoft.com/office/drawing/2014/main" id="{522FCA77-0FAD-42AC-862D-01170994AA6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3010796" y="7156431"/>
            <a:ext cx="4068000" cy="3133118"/>
          </a:xfrm>
          <a:prstGeom prst="rect">
            <a:avLst/>
          </a:prstGeom>
        </p:spPr>
      </p:pic>
      <p:pic>
        <p:nvPicPr>
          <p:cNvPr id="37" name="Графический объект 36">
            <a:extLst>
              <a:ext uri="{FF2B5EF4-FFF2-40B4-BE49-F238E27FC236}">
                <a16:creationId xmlns:a16="http://schemas.microsoft.com/office/drawing/2014/main" id="{EA81DFE7-39E4-439C-8864-290E4DD4694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754243" y="7533906"/>
            <a:ext cx="1846800" cy="1422380"/>
          </a:xfrm>
          <a:prstGeom prst="rect">
            <a:avLst/>
          </a:prstGeom>
        </p:spPr>
      </p:pic>
      <p:pic>
        <p:nvPicPr>
          <p:cNvPr id="17" name="Графический объект 16">
            <a:extLst>
              <a:ext uri="{FF2B5EF4-FFF2-40B4-BE49-F238E27FC236}">
                <a16:creationId xmlns:a16="http://schemas.microsoft.com/office/drawing/2014/main" id="{662C29C2-C115-404E-B995-EB514E8BBA6D}"/>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38021" y="7478642"/>
            <a:ext cx="2047297" cy="1576800"/>
          </a:xfrm>
          <a:prstGeom prst="rect">
            <a:avLst/>
          </a:prstGeom>
        </p:spPr>
      </p:pic>
      <p:sp>
        <p:nvSpPr>
          <p:cNvPr id="2" name="Заголовок 1">
            <a:extLst>
              <a:ext uri="{FF2B5EF4-FFF2-40B4-BE49-F238E27FC236}">
                <a16:creationId xmlns:a16="http://schemas.microsoft.com/office/drawing/2014/main" id="{5A6CF687-F218-4913-9F01-2223E053ABEC}"/>
              </a:ext>
            </a:extLst>
          </p:cNvPr>
          <p:cNvSpPr>
            <a:spLocks noGrp="1"/>
          </p:cNvSpPr>
          <p:nvPr>
            <p:ph type="ctrTitle" hasCustomPrompt="1"/>
          </p:nvPr>
        </p:nvSpPr>
        <p:spPr>
          <a:xfrm>
            <a:off x="439308" y="2579915"/>
            <a:ext cx="9179785" cy="3186793"/>
          </a:xfrm>
        </p:spPr>
        <p:txBody>
          <a:bodyPr rtlCol="0" anchor="ctr" anchorCtr="0">
            <a:noAutofit/>
          </a:bodyPr>
          <a:lstStyle>
            <a:lvl1pPr algn="ctr">
              <a:lnSpc>
                <a:spcPct val="80000"/>
              </a:lnSpc>
              <a:defRPr lang="ru-RU" sz="10600" b="1" spc="0" baseline="0">
                <a:solidFill>
                  <a:schemeClr val="accent3"/>
                </a:solidFill>
                <a:effectLst/>
              </a:defRPr>
            </a:lvl1pPr>
          </a:lstStyle>
          <a:p>
            <a:pPr rtl="0"/>
            <a:r>
              <a:rPr lang="ru-RU" noProof="0" dirty="0"/>
              <a:t>ИЗМЕНИМ</a:t>
            </a:r>
            <a:br>
              <a:rPr lang="ru-RU" noProof="0" dirty="0"/>
            </a:br>
            <a:r>
              <a:rPr lang="ru-RU" noProof="0" dirty="0"/>
              <a:t>МИР К ЛУЧШЕМУ</a:t>
            </a:r>
          </a:p>
        </p:txBody>
      </p:sp>
      <p:sp>
        <p:nvSpPr>
          <p:cNvPr id="3" name="Подзаголовок 2">
            <a:extLst>
              <a:ext uri="{FF2B5EF4-FFF2-40B4-BE49-F238E27FC236}">
                <a16:creationId xmlns:a16="http://schemas.microsoft.com/office/drawing/2014/main" id="{4F6F5B7F-A5CF-4F81-A323-E76E2A59CFF6}"/>
              </a:ext>
            </a:extLst>
          </p:cNvPr>
          <p:cNvSpPr>
            <a:spLocks noGrp="1"/>
          </p:cNvSpPr>
          <p:nvPr>
            <p:ph type="subTitle" idx="1" hasCustomPrompt="1"/>
          </p:nvPr>
        </p:nvSpPr>
        <p:spPr>
          <a:xfrm>
            <a:off x="1183674" y="947054"/>
            <a:ext cx="7691053" cy="2132323"/>
          </a:xfrm>
          <a:noFill/>
        </p:spPr>
        <p:txBody>
          <a:bodyPr rtlCol="0" anchor="ctr" anchorCtr="0">
            <a:noAutofit/>
          </a:bodyPr>
          <a:lstStyle>
            <a:lvl1pPr marL="0" indent="0" algn="ctr">
              <a:buNone/>
              <a:defRPr lang="ru-RU" sz="15700" b="1" i="1" spc="110" baseline="0">
                <a:solidFill>
                  <a:schemeClr val="accent1">
                    <a:alpha val="70000"/>
                  </a:schemeClr>
                </a:solidFill>
                <a:effectLst/>
                <a:latin typeface="+mn-cs"/>
                <a:cs typeface="+mn-cs"/>
              </a:defRPr>
            </a:lvl1pPr>
            <a:lvl2pPr marL="1036335" indent="0" algn="ctr">
              <a:buNone/>
              <a:defRPr lang="ru-RU" sz="4533"/>
            </a:lvl2pPr>
            <a:lvl3pPr marL="2072670" indent="0" algn="ctr">
              <a:buNone/>
              <a:defRPr lang="ru-RU" sz="4080"/>
            </a:lvl3pPr>
            <a:lvl4pPr marL="3109006" indent="0" algn="ctr">
              <a:buNone/>
              <a:defRPr lang="ru-RU" sz="3627"/>
            </a:lvl4pPr>
            <a:lvl5pPr marL="4145341" indent="0" algn="ctr">
              <a:buNone/>
              <a:defRPr lang="ru-RU" sz="3627"/>
            </a:lvl5pPr>
            <a:lvl6pPr marL="5181676" indent="0" algn="ctr">
              <a:buNone/>
              <a:defRPr lang="ru-RU" sz="3627"/>
            </a:lvl6pPr>
            <a:lvl7pPr marL="6218011" indent="0" algn="ctr">
              <a:buNone/>
              <a:defRPr lang="ru-RU" sz="3627"/>
            </a:lvl7pPr>
            <a:lvl8pPr marL="7254347" indent="0" algn="ctr">
              <a:buNone/>
              <a:defRPr lang="ru-RU" sz="3627"/>
            </a:lvl8pPr>
            <a:lvl9pPr marL="8290682" indent="0" algn="ctr">
              <a:buNone/>
              <a:defRPr lang="ru-RU" sz="3627"/>
            </a:lvl9pPr>
          </a:lstStyle>
          <a:p>
            <a:pPr rtl="0"/>
            <a:r>
              <a:rPr lang="ru-RU" b="1" i="1" noProof="0" dirty="0"/>
              <a:t>Давайте</a:t>
            </a:r>
          </a:p>
        </p:txBody>
      </p:sp>
      <p:sp>
        <p:nvSpPr>
          <p:cNvPr id="24" name="Текст 20">
            <a:extLst>
              <a:ext uri="{FF2B5EF4-FFF2-40B4-BE49-F238E27FC236}">
                <a16:creationId xmlns:a16="http://schemas.microsoft.com/office/drawing/2014/main" id="{A0DAE996-310A-4716-AB4F-3A82FE6086C0}"/>
              </a:ext>
            </a:extLst>
          </p:cNvPr>
          <p:cNvSpPr>
            <a:spLocks noGrp="1"/>
          </p:cNvSpPr>
          <p:nvPr>
            <p:ph type="body" sz="quarter" idx="13" hasCustomPrompt="1"/>
          </p:nvPr>
        </p:nvSpPr>
        <p:spPr>
          <a:xfrm>
            <a:off x="593615" y="7631027"/>
            <a:ext cx="1773732" cy="1031259"/>
          </a:xfrm>
        </p:spPr>
        <p:txBody>
          <a:bodyPr rtlCol="0">
            <a:noAutofit/>
          </a:bodyPr>
          <a:lstStyle>
            <a:lvl1pPr marL="0" indent="0" algn="ctr">
              <a:lnSpc>
                <a:spcPct val="90000"/>
              </a:lnSpc>
              <a:spcBef>
                <a:spcPts val="0"/>
              </a:spcBef>
              <a:buNone/>
              <a:defRPr lang="ru-RU" sz="3200" b="1" i="1" kern="1200" dirty="0">
                <a:solidFill>
                  <a:schemeClr val="accent1"/>
                </a:solidFill>
                <a:latin typeface="+mn-cs"/>
                <a:ea typeface="+mn-ea"/>
                <a:cs typeface="+mn-cs"/>
              </a:defRPr>
            </a:lvl1pPr>
          </a:lstStyle>
          <a:p>
            <a:pPr marL="0" lvl="0" indent="0" algn="ctr" defTabSz="2072670" rtl="0" eaLnBrk="1" latinLnBrk="0" hangingPunct="1">
              <a:lnSpc>
                <a:spcPct val="85000"/>
              </a:lnSpc>
              <a:spcBef>
                <a:spcPts val="0"/>
              </a:spcBef>
              <a:buFont typeface="Arial" panose="020B0604020202020204" pitchFamily="34" charset="0"/>
              <a:buNone/>
            </a:pPr>
            <a:r>
              <a:rPr lang="ru-RU" b="1" i="1" noProof="0" dirty="0"/>
              <a:t>Скажите</a:t>
            </a:r>
            <a:br>
              <a:rPr lang="ru-RU" b="1" i="1" noProof="0" dirty="0"/>
            </a:br>
            <a:r>
              <a:rPr lang="ru-RU" b="1" i="1" noProof="0" dirty="0"/>
              <a:t>спасибо</a:t>
            </a:r>
          </a:p>
        </p:txBody>
      </p:sp>
      <p:sp>
        <p:nvSpPr>
          <p:cNvPr id="27" name="Текст 20">
            <a:extLst>
              <a:ext uri="{FF2B5EF4-FFF2-40B4-BE49-F238E27FC236}">
                <a16:creationId xmlns:a16="http://schemas.microsoft.com/office/drawing/2014/main" id="{92D90E74-A710-40B3-8620-8210B48B1338}"/>
              </a:ext>
            </a:extLst>
          </p:cNvPr>
          <p:cNvSpPr>
            <a:spLocks noGrp="1"/>
          </p:cNvSpPr>
          <p:nvPr>
            <p:ph type="body" sz="quarter" idx="16" hasCustomPrompt="1"/>
          </p:nvPr>
        </p:nvSpPr>
        <p:spPr>
          <a:xfrm>
            <a:off x="6835351" y="9032419"/>
            <a:ext cx="2245942" cy="585464"/>
          </a:xfrm>
        </p:spPr>
        <p:txBody>
          <a:bodyPr rtlCol="0">
            <a:noAutofit/>
          </a:bodyPr>
          <a:lstStyle>
            <a:lvl1pPr marL="0" indent="0" algn="ctr">
              <a:lnSpc>
                <a:spcPct val="85000"/>
              </a:lnSpc>
              <a:spcBef>
                <a:spcPts val="0"/>
              </a:spcBef>
              <a:buNone/>
              <a:defRPr lang="ru-RU" sz="4800" b="1" i="1" kern="1200" dirty="0" smtClean="0">
                <a:solidFill>
                  <a:schemeClr val="accent3"/>
                </a:solidFill>
                <a:latin typeface="+mn-cs"/>
                <a:ea typeface="+mn-ea"/>
                <a:cs typeface="+mn-cs"/>
              </a:defRPr>
            </a:lvl1pPr>
          </a:lstStyle>
          <a:p>
            <a:pPr lvl="0" rtl="0"/>
            <a:r>
              <a:rPr lang="ru-RU" b="1" i="1" noProof="0" dirty="0"/>
              <a:t>Слушайте</a:t>
            </a:r>
          </a:p>
        </p:txBody>
      </p:sp>
      <p:sp>
        <p:nvSpPr>
          <p:cNvPr id="33" name="Текст 20">
            <a:extLst>
              <a:ext uri="{FF2B5EF4-FFF2-40B4-BE49-F238E27FC236}">
                <a16:creationId xmlns:a16="http://schemas.microsoft.com/office/drawing/2014/main" id="{245249F9-CD1C-45FF-AF0F-7211F35CCE63}"/>
              </a:ext>
            </a:extLst>
          </p:cNvPr>
          <p:cNvSpPr>
            <a:spLocks noGrp="1"/>
          </p:cNvSpPr>
          <p:nvPr>
            <p:ph type="body" sz="quarter" idx="19" hasCustomPrompt="1"/>
          </p:nvPr>
        </p:nvSpPr>
        <p:spPr>
          <a:xfrm>
            <a:off x="5670162" y="5782003"/>
            <a:ext cx="2800640" cy="1033200"/>
          </a:xfrm>
        </p:spPr>
        <p:txBody>
          <a:bodyPr rtlCol="0">
            <a:noAutofit/>
          </a:bodyPr>
          <a:lstStyle>
            <a:lvl1pPr marL="0" indent="0" algn="r">
              <a:lnSpc>
                <a:spcPct val="85000"/>
              </a:lnSpc>
              <a:spcBef>
                <a:spcPts val="0"/>
              </a:spcBef>
              <a:buNone/>
              <a:defRPr lang="ru-RU" sz="3300" b="1" i="1" kern="1200" dirty="0" smtClean="0">
                <a:solidFill>
                  <a:schemeClr val="accent2"/>
                </a:solidFill>
                <a:effectLst/>
                <a:latin typeface="+mn-cs"/>
                <a:ea typeface="+mn-ea"/>
                <a:cs typeface="+mn-cs"/>
              </a:defRPr>
            </a:lvl1pPr>
          </a:lstStyle>
          <a:p>
            <a:pPr lvl="0" rtl="0"/>
            <a:r>
              <a:rPr lang="ru-RU" b="1" i="1" noProof="0" dirty="0"/>
              <a:t>ул. Библиотечная, д. 123</a:t>
            </a:r>
            <a:br>
              <a:rPr lang="ru-RU" b="1" i="1" noProof="0" dirty="0"/>
            </a:br>
            <a:r>
              <a:rPr lang="ru-RU" b="1" i="1" noProof="0" dirty="0"/>
              <a:t>г. Красноярск</a:t>
            </a:r>
          </a:p>
        </p:txBody>
      </p:sp>
      <p:pic>
        <p:nvPicPr>
          <p:cNvPr id="10" name="Графический объект 9">
            <a:extLst>
              <a:ext uri="{FF2B5EF4-FFF2-40B4-BE49-F238E27FC236}">
                <a16:creationId xmlns:a16="http://schemas.microsoft.com/office/drawing/2014/main" id="{970F14BE-87E0-42CA-AC69-3BF9FF049C2B}"/>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2867818" y="5370196"/>
            <a:ext cx="1663200" cy="1879035"/>
          </a:xfrm>
          <a:prstGeom prst="rect">
            <a:avLst/>
          </a:prstGeom>
        </p:spPr>
      </p:pic>
      <p:sp>
        <p:nvSpPr>
          <p:cNvPr id="14" name="Текст 20">
            <a:extLst>
              <a:ext uri="{FF2B5EF4-FFF2-40B4-BE49-F238E27FC236}">
                <a16:creationId xmlns:a16="http://schemas.microsoft.com/office/drawing/2014/main" id="{5A00AC0F-0E31-49E2-8EF5-B6FAFAF25283}"/>
              </a:ext>
            </a:extLst>
          </p:cNvPr>
          <p:cNvSpPr>
            <a:spLocks noGrp="1"/>
          </p:cNvSpPr>
          <p:nvPr>
            <p:ph type="body" sz="quarter" idx="20" hasCustomPrompt="1"/>
          </p:nvPr>
        </p:nvSpPr>
        <p:spPr>
          <a:xfrm>
            <a:off x="4308495" y="5710833"/>
            <a:ext cx="739482" cy="1031259"/>
          </a:xfrm>
        </p:spPr>
        <p:txBody>
          <a:bodyPr rtlCol="0" anchor="ctr" anchorCtr="0">
            <a:noAutofit/>
          </a:bodyPr>
          <a:lstStyle>
            <a:lvl1pPr marL="0" indent="0" algn="l">
              <a:lnSpc>
                <a:spcPct val="90000"/>
              </a:lnSpc>
              <a:spcBef>
                <a:spcPts val="0"/>
              </a:spcBef>
              <a:buNone/>
              <a:defRPr lang="ru-RU" sz="7200" b="1" i="1">
                <a:solidFill>
                  <a:schemeClr val="accent2"/>
                </a:solidFill>
                <a:latin typeface="+mn-cs"/>
                <a:cs typeface="+mn-cs"/>
              </a:defRPr>
            </a:lvl1pPr>
          </a:lstStyle>
          <a:p>
            <a:pPr lvl="0" rtl="0"/>
            <a:r>
              <a:rPr lang="ru-RU" b="1" i="1" noProof="0" dirty="0"/>
              <a:t>8</a:t>
            </a:r>
          </a:p>
        </p:txBody>
      </p:sp>
      <p:sp>
        <p:nvSpPr>
          <p:cNvPr id="15" name="Текст 20">
            <a:extLst>
              <a:ext uri="{FF2B5EF4-FFF2-40B4-BE49-F238E27FC236}">
                <a16:creationId xmlns:a16="http://schemas.microsoft.com/office/drawing/2014/main" id="{A8BD7EE7-5B73-4737-AF48-F64FE965B7BA}"/>
              </a:ext>
            </a:extLst>
          </p:cNvPr>
          <p:cNvSpPr>
            <a:spLocks noGrp="1"/>
          </p:cNvSpPr>
          <p:nvPr>
            <p:ph type="body" sz="quarter" idx="21" hasCustomPrompt="1"/>
          </p:nvPr>
        </p:nvSpPr>
        <p:spPr>
          <a:xfrm>
            <a:off x="2733445" y="5718502"/>
            <a:ext cx="1663200" cy="705281"/>
          </a:xfrm>
        </p:spPr>
        <p:txBody>
          <a:bodyPr rtlCol="0" anchor="ctr" anchorCtr="0">
            <a:noAutofit/>
          </a:bodyPr>
          <a:lstStyle>
            <a:lvl1pPr marL="0" indent="0" algn="l">
              <a:lnSpc>
                <a:spcPct val="90000"/>
              </a:lnSpc>
              <a:spcBef>
                <a:spcPts val="0"/>
              </a:spcBef>
              <a:buNone/>
              <a:defRPr lang="ru-RU" sz="3600" b="1">
                <a:solidFill>
                  <a:schemeClr val="accent3"/>
                </a:solidFill>
                <a:latin typeface="+mj-cs"/>
                <a:cs typeface="+mj-cs"/>
              </a:defRPr>
            </a:lvl1pPr>
          </a:lstStyle>
          <a:p>
            <a:pPr lvl="0" rtl="0"/>
            <a:r>
              <a:rPr lang="ru-RU" b="1" i="1" noProof="0" dirty="0"/>
              <a:t>АПРЕЛЬ</a:t>
            </a:r>
          </a:p>
        </p:txBody>
      </p:sp>
      <p:sp>
        <p:nvSpPr>
          <p:cNvPr id="16" name="Текст 20">
            <a:extLst>
              <a:ext uri="{FF2B5EF4-FFF2-40B4-BE49-F238E27FC236}">
                <a16:creationId xmlns:a16="http://schemas.microsoft.com/office/drawing/2014/main" id="{86892A7A-9555-4331-A8AA-442E3692D9D0}"/>
              </a:ext>
            </a:extLst>
          </p:cNvPr>
          <p:cNvSpPr>
            <a:spLocks noGrp="1"/>
          </p:cNvSpPr>
          <p:nvPr>
            <p:ph type="body" sz="quarter" idx="22" hasCustomPrompt="1"/>
          </p:nvPr>
        </p:nvSpPr>
        <p:spPr>
          <a:xfrm>
            <a:off x="1686217" y="5710833"/>
            <a:ext cx="1847694" cy="1031262"/>
          </a:xfrm>
        </p:spPr>
        <p:txBody>
          <a:bodyPr rtlCol="0" anchor="ctr" anchorCtr="0">
            <a:noAutofit/>
          </a:bodyPr>
          <a:lstStyle>
            <a:lvl1pPr marL="0" indent="0" algn="l">
              <a:lnSpc>
                <a:spcPct val="90000"/>
              </a:lnSpc>
              <a:spcBef>
                <a:spcPts val="0"/>
              </a:spcBef>
              <a:buNone/>
              <a:defRPr lang="ru-RU" sz="7200" b="1" i="1" kern="1200" dirty="0">
                <a:solidFill>
                  <a:schemeClr val="accent2"/>
                </a:solidFill>
                <a:latin typeface="+mn-cs"/>
                <a:ea typeface="+mn-ea"/>
                <a:cs typeface="+mn-cs"/>
              </a:defRPr>
            </a:lvl1pPr>
          </a:lstStyle>
          <a:p>
            <a:pPr marL="0" lvl="0" indent="0" algn="l" defTabSz="2072670" rtl="0" eaLnBrk="1" latinLnBrk="0" hangingPunct="1">
              <a:lnSpc>
                <a:spcPct val="90000"/>
              </a:lnSpc>
              <a:spcBef>
                <a:spcPts val="0"/>
              </a:spcBef>
              <a:buFont typeface="Arial" panose="020B0604020202020204" pitchFamily="34" charset="0"/>
              <a:buNone/>
            </a:pPr>
            <a:r>
              <a:rPr lang="ru-RU" b="1" i="1" noProof="0" dirty="0"/>
              <a:t>22</a:t>
            </a:r>
          </a:p>
        </p:txBody>
      </p:sp>
      <p:sp>
        <p:nvSpPr>
          <p:cNvPr id="20" name="Текст 20">
            <a:extLst>
              <a:ext uri="{FF2B5EF4-FFF2-40B4-BE49-F238E27FC236}">
                <a16:creationId xmlns:a16="http://schemas.microsoft.com/office/drawing/2014/main" id="{82371AFA-C0FF-41F0-AB1F-FF11432A8D51}"/>
              </a:ext>
            </a:extLst>
          </p:cNvPr>
          <p:cNvSpPr>
            <a:spLocks noGrp="1"/>
          </p:cNvSpPr>
          <p:nvPr>
            <p:ph type="body" sz="quarter" idx="23" hasCustomPrompt="1"/>
          </p:nvPr>
        </p:nvSpPr>
        <p:spPr>
          <a:xfrm>
            <a:off x="553692" y="13982707"/>
            <a:ext cx="8951015" cy="1175330"/>
          </a:xfrm>
        </p:spPr>
        <p:txBody>
          <a:bodyPr rtlCol="0" anchor="ctr" anchorCtr="0">
            <a:noAutofit/>
          </a:bodyPr>
          <a:lstStyle>
            <a:lvl1pPr marL="0" indent="0" algn="ctr">
              <a:lnSpc>
                <a:spcPct val="95000"/>
              </a:lnSpc>
              <a:spcBef>
                <a:spcPts val="0"/>
              </a:spcBef>
              <a:buNone/>
              <a:defRPr lang="ru-RU" sz="1900" b="1" i="0" u="none" kern="1200" baseline="0" dirty="0" smtClean="0">
                <a:solidFill>
                  <a:schemeClr val="accent2"/>
                </a:solidFill>
                <a:effectLst/>
                <a:latin typeface="+mj-lt"/>
                <a:ea typeface="+mn-ea"/>
                <a:cs typeface="+mj-cs"/>
              </a:defRPr>
            </a:lvl1pPr>
          </a:lstStyle>
          <a:p>
            <a:pPr rtl="0"/>
            <a:r>
              <a:rPr lang="ru" dirty="0"/>
              <a:t>Lorem ipsum dolor sit amet, consectetuer adipiscing elit, sed diam nonummy nibh euismod tincidunt ut laoreet dolore magna aliquam erat volutpat. Ut wisi enim ad minim veniam, quis nostrud exerci tation ullamcorper suscipit lobortis nisl ut aliquip.</a:t>
            </a:r>
          </a:p>
        </p:txBody>
      </p:sp>
      <p:cxnSp>
        <p:nvCxnSpPr>
          <p:cNvPr id="11" name="Прямая соединительная линия 10">
            <a:extLst>
              <a:ext uri="{FF2B5EF4-FFF2-40B4-BE49-F238E27FC236}">
                <a16:creationId xmlns:a16="http://schemas.microsoft.com/office/drawing/2014/main" id="{D636BBEC-FF98-4EE6-977F-7FAED648F30E}"/>
              </a:ext>
            </a:extLst>
          </p:cNvPr>
          <p:cNvCxnSpPr/>
          <p:nvPr userDrawn="1"/>
        </p:nvCxnSpPr>
        <p:spPr>
          <a:xfrm>
            <a:off x="1814712" y="5486394"/>
            <a:ext cx="6588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 name="Текст 20">
            <a:extLst>
              <a:ext uri="{FF2B5EF4-FFF2-40B4-BE49-F238E27FC236}">
                <a16:creationId xmlns:a16="http://schemas.microsoft.com/office/drawing/2014/main" id="{F15F1920-A818-4865-8625-BD6A4178CD85}"/>
              </a:ext>
            </a:extLst>
          </p:cNvPr>
          <p:cNvSpPr>
            <a:spLocks noGrp="1"/>
          </p:cNvSpPr>
          <p:nvPr>
            <p:ph type="body" sz="quarter" idx="24" hasCustomPrompt="1"/>
          </p:nvPr>
        </p:nvSpPr>
        <p:spPr>
          <a:xfrm>
            <a:off x="4835953" y="5718502"/>
            <a:ext cx="1036117" cy="705281"/>
          </a:xfrm>
        </p:spPr>
        <p:txBody>
          <a:bodyPr rtlCol="0" anchor="ctr" anchorCtr="0">
            <a:noAutofit/>
          </a:bodyPr>
          <a:lstStyle>
            <a:lvl1pPr marL="0" indent="0" algn="l">
              <a:lnSpc>
                <a:spcPct val="90000"/>
              </a:lnSpc>
              <a:spcBef>
                <a:spcPts val="0"/>
              </a:spcBef>
              <a:buNone/>
              <a:defRPr lang="ru-RU" sz="3600" b="1">
                <a:solidFill>
                  <a:schemeClr val="accent3"/>
                </a:solidFill>
                <a:latin typeface="+mj-cs"/>
                <a:cs typeface="+mj-cs"/>
              </a:defRPr>
            </a:lvl1pPr>
          </a:lstStyle>
          <a:p>
            <a:pPr lvl="0" rtl="0"/>
            <a:r>
              <a:rPr lang="ru-RU" b="1" i="1" noProof="0" dirty="0"/>
              <a:t>00</a:t>
            </a:r>
          </a:p>
        </p:txBody>
      </p:sp>
      <p:sp>
        <p:nvSpPr>
          <p:cNvPr id="22" name="Текст 20">
            <a:extLst>
              <a:ext uri="{FF2B5EF4-FFF2-40B4-BE49-F238E27FC236}">
                <a16:creationId xmlns:a16="http://schemas.microsoft.com/office/drawing/2014/main" id="{0401AE18-B9F7-485C-A042-E371150C0F93}"/>
              </a:ext>
            </a:extLst>
          </p:cNvPr>
          <p:cNvSpPr>
            <a:spLocks noGrp="1"/>
          </p:cNvSpPr>
          <p:nvPr>
            <p:ph type="body" sz="quarter" idx="25" hasCustomPrompt="1"/>
          </p:nvPr>
        </p:nvSpPr>
        <p:spPr>
          <a:xfrm>
            <a:off x="7770899" y="7676016"/>
            <a:ext cx="1773732" cy="999333"/>
          </a:xfrm>
        </p:spPr>
        <p:txBody>
          <a:bodyPr rtlCol="0">
            <a:noAutofit/>
          </a:bodyPr>
          <a:lstStyle>
            <a:lvl1pPr marL="0" indent="0" algn="ctr">
              <a:lnSpc>
                <a:spcPct val="85000"/>
              </a:lnSpc>
              <a:spcBef>
                <a:spcPts val="0"/>
              </a:spcBef>
              <a:buNone/>
              <a:defRPr lang="ru-RU" sz="2800" b="1" i="1">
                <a:solidFill>
                  <a:schemeClr val="accent1"/>
                </a:solidFill>
                <a:latin typeface="+mn-cs"/>
                <a:cs typeface="+mn-cs"/>
              </a:defRPr>
            </a:lvl1pPr>
          </a:lstStyle>
          <a:p>
            <a:pPr lvl="0" rtl="0"/>
            <a:r>
              <a:rPr lang="ru-RU" b="1" i="1" noProof="0" dirty="0"/>
              <a:t>Оказывайте</a:t>
            </a:r>
          </a:p>
          <a:p>
            <a:pPr lvl="0" rtl="0"/>
            <a:r>
              <a:rPr lang="ru-RU" b="1" i="1" noProof="0" dirty="0"/>
              <a:t>близких</a:t>
            </a:r>
          </a:p>
        </p:txBody>
      </p:sp>
      <p:sp>
        <p:nvSpPr>
          <p:cNvPr id="23" name="Текст 20">
            <a:extLst>
              <a:ext uri="{FF2B5EF4-FFF2-40B4-BE49-F238E27FC236}">
                <a16:creationId xmlns:a16="http://schemas.microsoft.com/office/drawing/2014/main" id="{6C4C1A93-345D-44F1-ACC9-9481C190E2B4}"/>
              </a:ext>
            </a:extLst>
          </p:cNvPr>
          <p:cNvSpPr>
            <a:spLocks noGrp="1"/>
          </p:cNvSpPr>
          <p:nvPr>
            <p:ph type="body" sz="quarter" idx="26" hasCustomPrompt="1"/>
          </p:nvPr>
        </p:nvSpPr>
        <p:spPr>
          <a:xfrm>
            <a:off x="3621040" y="7664707"/>
            <a:ext cx="2800639" cy="1390735"/>
          </a:xfrm>
        </p:spPr>
        <p:txBody>
          <a:bodyPr rtlCol="0">
            <a:noAutofit/>
          </a:bodyPr>
          <a:lstStyle>
            <a:lvl1pPr marL="0" indent="0" algn="ctr">
              <a:lnSpc>
                <a:spcPct val="80000"/>
              </a:lnSpc>
              <a:spcBef>
                <a:spcPts val="0"/>
              </a:spcBef>
              <a:buNone/>
              <a:defRPr lang="ru-RU" sz="5100" b="1" i="1" kern="1200" dirty="0" smtClean="0">
                <a:solidFill>
                  <a:schemeClr val="accent4"/>
                </a:solidFill>
                <a:latin typeface="+mn-cs"/>
                <a:ea typeface="+mn-ea"/>
                <a:cs typeface="+mn-cs"/>
              </a:defRPr>
            </a:lvl1pPr>
          </a:lstStyle>
          <a:p>
            <a:pPr lvl="0" rtl="0"/>
            <a:r>
              <a:rPr lang="ru-RU" b="1" i="1" noProof="0" dirty="0"/>
              <a:t>Помогайте</a:t>
            </a:r>
          </a:p>
          <a:p>
            <a:pPr lvl="0" rtl="0"/>
            <a:r>
              <a:rPr lang="ru-RU" b="1" i="1" noProof="0" dirty="0"/>
              <a:t>нуждающимся</a:t>
            </a:r>
          </a:p>
        </p:txBody>
      </p:sp>
      <p:sp>
        <p:nvSpPr>
          <p:cNvPr id="25" name="Текст 20">
            <a:extLst>
              <a:ext uri="{FF2B5EF4-FFF2-40B4-BE49-F238E27FC236}">
                <a16:creationId xmlns:a16="http://schemas.microsoft.com/office/drawing/2014/main" id="{480A6A09-8452-4FC1-A09B-AC4424899BEE}"/>
              </a:ext>
            </a:extLst>
          </p:cNvPr>
          <p:cNvSpPr>
            <a:spLocks noGrp="1"/>
          </p:cNvSpPr>
          <p:nvPr>
            <p:ph type="body" sz="quarter" idx="27" hasCustomPrompt="1"/>
          </p:nvPr>
        </p:nvSpPr>
        <p:spPr>
          <a:xfrm>
            <a:off x="3513906" y="10111077"/>
            <a:ext cx="2251137" cy="1390735"/>
          </a:xfrm>
        </p:spPr>
        <p:txBody>
          <a:bodyPr rtlCol="0">
            <a:noAutofit/>
          </a:bodyPr>
          <a:lstStyle>
            <a:lvl1pPr marL="0" indent="0" algn="ctr">
              <a:lnSpc>
                <a:spcPct val="80000"/>
              </a:lnSpc>
              <a:spcBef>
                <a:spcPts val="0"/>
              </a:spcBef>
              <a:buNone/>
              <a:defRPr lang="ru-RU" sz="5100" b="1" i="1" kern="1200" dirty="0" smtClean="0">
                <a:solidFill>
                  <a:schemeClr val="accent1"/>
                </a:solidFill>
                <a:latin typeface="+mn-cs"/>
                <a:ea typeface="+mn-ea"/>
                <a:cs typeface="+mn-cs"/>
              </a:defRPr>
            </a:lvl1pPr>
          </a:lstStyle>
          <a:p>
            <a:pPr lvl="0" rtl="0"/>
            <a:r>
              <a:rPr lang="ru-RU" b="1" i="1" noProof="0" dirty="0"/>
              <a:t>Скажите</a:t>
            </a:r>
          </a:p>
          <a:p>
            <a:pPr lvl="0" rtl="0"/>
            <a:r>
              <a:rPr lang="ru-RU" b="1" i="1" noProof="0" dirty="0"/>
              <a:t>привет</a:t>
            </a:r>
          </a:p>
        </p:txBody>
      </p:sp>
      <p:sp>
        <p:nvSpPr>
          <p:cNvPr id="28" name="Текст 20">
            <a:extLst>
              <a:ext uri="{FF2B5EF4-FFF2-40B4-BE49-F238E27FC236}">
                <a16:creationId xmlns:a16="http://schemas.microsoft.com/office/drawing/2014/main" id="{1D505401-5477-449B-AA9B-B10F5ADA516C}"/>
              </a:ext>
            </a:extLst>
          </p:cNvPr>
          <p:cNvSpPr>
            <a:spLocks noGrp="1"/>
          </p:cNvSpPr>
          <p:nvPr>
            <p:ph type="body" sz="quarter" idx="28" hasCustomPrompt="1"/>
          </p:nvPr>
        </p:nvSpPr>
        <p:spPr>
          <a:xfrm>
            <a:off x="1123693" y="8948595"/>
            <a:ext cx="2148957" cy="999333"/>
          </a:xfrm>
        </p:spPr>
        <p:txBody>
          <a:bodyPr rtlCol="0">
            <a:noAutofit/>
          </a:bodyPr>
          <a:lstStyle>
            <a:lvl1pPr marL="0" indent="0" algn="ctr">
              <a:lnSpc>
                <a:spcPct val="80000"/>
              </a:lnSpc>
              <a:spcBef>
                <a:spcPts val="0"/>
              </a:spcBef>
              <a:buNone/>
              <a:defRPr lang="ru-RU" sz="3800" b="1" i="1">
                <a:solidFill>
                  <a:schemeClr val="accent6">
                    <a:lumMod val="50000"/>
                  </a:schemeClr>
                </a:solidFill>
                <a:latin typeface="+mn-cs"/>
                <a:cs typeface="+mn-cs"/>
              </a:defRPr>
            </a:lvl1pPr>
          </a:lstStyle>
          <a:p>
            <a:pPr lvl="0" rtl="0"/>
            <a:r>
              <a:rPr lang="ru-RU" b="1" i="1" noProof="0" dirty="0"/>
              <a:t>Уделяйте</a:t>
            </a:r>
          </a:p>
          <a:p>
            <a:pPr lvl="0" rtl="0"/>
            <a:r>
              <a:rPr lang="ru-RU" b="1" i="1" noProof="0" dirty="0"/>
              <a:t>внимание</a:t>
            </a:r>
          </a:p>
        </p:txBody>
      </p:sp>
      <p:sp>
        <p:nvSpPr>
          <p:cNvPr id="29" name="Текст 20">
            <a:extLst>
              <a:ext uri="{FF2B5EF4-FFF2-40B4-BE49-F238E27FC236}">
                <a16:creationId xmlns:a16="http://schemas.microsoft.com/office/drawing/2014/main" id="{8BE47031-6E00-458D-9321-8AC8BA87B75C}"/>
              </a:ext>
            </a:extLst>
          </p:cNvPr>
          <p:cNvSpPr>
            <a:spLocks noGrp="1"/>
          </p:cNvSpPr>
          <p:nvPr>
            <p:ph type="body" sz="quarter" idx="29" hasCustomPrompt="1"/>
          </p:nvPr>
        </p:nvSpPr>
        <p:spPr>
          <a:xfrm>
            <a:off x="-107930" y="10332260"/>
            <a:ext cx="1773732" cy="661004"/>
          </a:xfrm>
        </p:spPr>
        <p:txBody>
          <a:bodyPr rtlCol="0">
            <a:noAutofit/>
          </a:bodyPr>
          <a:lstStyle>
            <a:lvl1pPr marL="0" indent="0" algn="l">
              <a:lnSpc>
                <a:spcPct val="85000"/>
              </a:lnSpc>
              <a:spcBef>
                <a:spcPts val="0"/>
              </a:spcBef>
              <a:buNone/>
              <a:defRPr lang="ru-RU" sz="4300" b="1" i="1">
                <a:solidFill>
                  <a:schemeClr val="accent2"/>
                </a:solidFill>
                <a:latin typeface="+mn-cs"/>
                <a:cs typeface="+mn-cs"/>
              </a:defRPr>
            </a:lvl1pPr>
          </a:lstStyle>
          <a:p>
            <a:pPr lvl="0" rtl="0"/>
            <a:r>
              <a:rPr lang="ru-RU" b="1" i="1" noProof="0" dirty="0"/>
              <a:t>Улыбайтесь</a:t>
            </a:r>
          </a:p>
        </p:txBody>
      </p:sp>
      <p:sp>
        <p:nvSpPr>
          <p:cNvPr id="30" name="Текст 20">
            <a:extLst>
              <a:ext uri="{FF2B5EF4-FFF2-40B4-BE49-F238E27FC236}">
                <a16:creationId xmlns:a16="http://schemas.microsoft.com/office/drawing/2014/main" id="{BEE216C1-2829-4FDF-8815-28BD1A10971C}"/>
              </a:ext>
            </a:extLst>
          </p:cNvPr>
          <p:cNvSpPr>
            <a:spLocks noGrp="1"/>
          </p:cNvSpPr>
          <p:nvPr>
            <p:ph type="body" sz="quarter" idx="30" hasCustomPrompt="1"/>
          </p:nvPr>
        </p:nvSpPr>
        <p:spPr>
          <a:xfrm>
            <a:off x="1529498" y="11442911"/>
            <a:ext cx="2251137" cy="1390735"/>
          </a:xfrm>
        </p:spPr>
        <p:txBody>
          <a:bodyPr rtlCol="0">
            <a:noAutofit/>
          </a:bodyPr>
          <a:lstStyle>
            <a:lvl1pPr marL="0" indent="0" algn="ctr">
              <a:lnSpc>
                <a:spcPct val="80000"/>
              </a:lnSpc>
              <a:spcBef>
                <a:spcPts val="0"/>
              </a:spcBef>
              <a:buNone/>
              <a:defRPr lang="ru-RU" sz="4800" b="1" i="1" kern="1200" dirty="0" smtClean="0">
                <a:solidFill>
                  <a:schemeClr val="accent3"/>
                </a:solidFill>
                <a:latin typeface="+mn-cs"/>
                <a:ea typeface="+mn-ea"/>
                <a:cs typeface="+mn-cs"/>
              </a:defRPr>
            </a:lvl1pPr>
          </a:lstStyle>
          <a:p>
            <a:pPr lvl="0" rtl="0"/>
            <a:r>
              <a:rPr lang="ru-RU" b="1" i="1" noProof="0" dirty="0"/>
              <a:t>Не</a:t>
            </a:r>
          </a:p>
          <a:p>
            <a:pPr lvl="0" rtl="0"/>
            <a:r>
              <a:rPr lang="ru-RU" b="1" i="1" noProof="0" dirty="0"/>
              <a:t>судите</a:t>
            </a:r>
          </a:p>
        </p:txBody>
      </p:sp>
      <p:sp>
        <p:nvSpPr>
          <p:cNvPr id="31" name="Текст 20">
            <a:extLst>
              <a:ext uri="{FF2B5EF4-FFF2-40B4-BE49-F238E27FC236}">
                <a16:creationId xmlns:a16="http://schemas.microsoft.com/office/drawing/2014/main" id="{55B8B18D-A074-43EB-ABCF-927AFA1476C6}"/>
              </a:ext>
            </a:extLst>
          </p:cNvPr>
          <p:cNvSpPr>
            <a:spLocks noGrp="1"/>
          </p:cNvSpPr>
          <p:nvPr>
            <p:ph type="body" sz="quarter" idx="31" hasCustomPrompt="1"/>
          </p:nvPr>
        </p:nvSpPr>
        <p:spPr>
          <a:xfrm>
            <a:off x="6084903" y="11873502"/>
            <a:ext cx="1773732" cy="999333"/>
          </a:xfrm>
        </p:spPr>
        <p:txBody>
          <a:bodyPr rtlCol="0">
            <a:noAutofit/>
          </a:bodyPr>
          <a:lstStyle>
            <a:lvl1pPr marL="0" indent="0" algn="ctr">
              <a:lnSpc>
                <a:spcPct val="85000"/>
              </a:lnSpc>
              <a:spcBef>
                <a:spcPts val="0"/>
              </a:spcBef>
              <a:buNone/>
              <a:defRPr lang="ru-RU" sz="3100" b="1" i="1">
                <a:solidFill>
                  <a:schemeClr val="accent4"/>
                </a:solidFill>
                <a:latin typeface="+mn-cs"/>
                <a:cs typeface="+mn-cs"/>
              </a:defRPr>
            </a:lvl1pPr>
          </a:lstStyle>
          <a:p>
            <a:pPr lvl="0" rtl="0"/>
            <a:r>
              <a:rPr lang="ru-RU" b="1" i="1" noProof="0" dirty="0"/>
              <a:t>Оказывайте</a:t>
            </a:r>
          </a:p>
          <a:p>
            <a:pPr lvl="0" rtl="0"/>
            <a:r>
              <a:rPr lang="ru-RU" b="1" i="1" noProof="0" dirty="0"/>
              <a:t>поддержку</a:t>
            </a:r>
          </a:p>
        </p:txBody>
      </p:sp>
      <p:sp>
        <p:nvSpPr>
          <p:cNvPr id="32" name="Текст 20">
            <a:extLst>
              <a:ext uri="{FF2B5EF4-FFF2-40B4-BE49-F238E27FC236}">
                <a16:creationId xmlns:a16="http://schemas.microsoft.com/office/drawing/2014/main" id="{D4271278-CB5B-4D05-B70C-6E5C53BC5B56}"/>
              </a:ext>
            </a:extLst>
          </p:cNvPr>
          <p:cNvSpPr>
            <a:spLocks noGrp="1"/>
          </p:cNvSpPr>
          <p:nvPr>
            <p:ph type="body" sz="quarter" idx="32" hasCustomPrompt="1"/>
          </p:nvPr>
        </p:nvSpPr>
        <p:spPr>
          <a:xfrm>
            <a:off x="6601720" y="10390414"/>
            <a:ext cx="1773732" cy="1261654"/>
          </a:xfrm>
        </p:spPr>
        <p:txBody>
          <a:bodyPr rtlCol="0">
            <a:noAutofit/>
          </a:bodyPr>
          <a:lstStyle>
            <a:lvl1pPr marL="0" indent="0" algn="ctr">
              <a:lnSpc>
                <a:spcPct val="80000"/>
              </a:lnSpc>
              <a:spcBef>
                <a:spcPts val="0"/>
              </a:spcBef>
              <a:buNone/>
              <a:defRPr lang="ru-RU" sz="4600" b="1" i="1">
                <a:solidFill>
                  <a:schemeClr val="accent6">
                    <a:lumMod val="50000"/>
                  </a:schemeClr>
                </a:solidFill>
                <a:latin typeface="+mn-cs"/>
                <a:cs typeface="+mn-cs"/>
              </a:defRPr>
            </a:lvl1pPr>
          </a:lstStyle>
          <a:p>
            <a:pPr lvl="0" rtl="0"/>
            <a:r>
              <a:rPr lang="ru-RU" b="1" i="1" noProof="0" dirty="0"/>
              <a:t>Будьте</a:t>
            </a:r>
          </a:p>
          <a:p>
            <a:pPr lvl="0" rtl="0"/>
            <a:r>
              <a:rPr lang="ru-RU" b="1" i="1" noProof="0" dirty="0"/>
              <a:t>добрыми</a:t>
            </a:r>
          </a:p>
        </p:txBody>
      </p:sp>
      <p:sp>
        <p:nvSpPr>
          <p:cNvPr id="34" name="Текст 20">
            <a:extLst>
              <a:ext uri="{FF2B5EF4-FFF2-40B4-BE49-F238E27FC236}">
                <a16:creationId xmlns:a16="http://schemas.microsoft.com/office/drawing/2014/main" id="{29A46887-0D1B-4E31-816A-68F05057D233}"/>
              </a:ext>
            </a:extLst>
          </p:cNvPr>
          <p:cNvSpPr>
            <a:spLocks noGrp="1"/>
          </p:cNvSpPr>
          <p:nvPr>
            <p:ph type="body" sz="quarter" idx="33" hasCustomPrompt="1"/>
          </p:nvPr>
        </p:nvSpPr>
        <p:spPr>
          <a:xfrm>
            <a:off x="8925405" y="10558531"/>
            <a:ext cx="1240925" cy="585464"/>
          </a:xfrm>
        </p:spPr>
        <p:txBody>
          <a:bodyPr rtlCol="0">
            <a:noAutofit/>
          </a:bodyPr>
          <a:lstStyle>
            <a:lvl1pPr marL="0" indent="0" algn="l">
              <a:lnSpc>
                <a:spcPct val="85000"/>
              </a:lnSpc>
              <a:spcBef>
                <a:spcPts val="0"/>
              </a:spcBef>
              <a:buNone/>
              <a:defRPr lang="ru-RU" sz="4100" b="1" i="1">
                <a:solidFill>
                  <a:schemeClr val="accent2"/>
                </a:solidFill>
                <a:latin typeface="+mn-cs"/>
                <a:cs typeface="+mn-cs"/>
              </a:defRPr>
            </a:lvl1pPr>
          </a:lstStyle>
          <a:p>
            <a:pPr lvl="0" rtl="0"/>
            <a:r>
              <a:rPr lang="ru-RU" b="1" i="1" noProof="0" dirty="0"/>
              <a:t>Пожмите</a:t>
            </a:r>
          </a:p>
        </p:txBody>
      </p:sp>
      <p:sp>
        <p:nvSpPr>
          <p:cNvPr id="35" name="Текст 20">
            <a:extLst>
              <a:ext uri="{FF2B5EF4-FFF2-40B4-BE49-F238E27FC236}">
                <a16:creationId xmlns:a16="http://schemas.microsoft.com/office/drawing/2014/main" id="{97F5981B-7282-406A-95C7-ABBF55638DB3}"/>
              </a:ext>
            </a:extLst>
          </p:cNvPr>
          <p:cNvSpPr>
            <a:spLocks noGrp="1"/>
          </p:cNvSpPr>
          <p:nvPr>
            <p:ph type="body" sz="quarter" idx="34" hasCustomPrompt="1"/>
          </p:nvPr>
        </p:nvSpPr>
        <p:spPr>
          <a:xfrm>
            <a:off x="8832251" y="11027415"/>
            <a:ext cx="1422091" cy="585464"/>
          </a:xfrm>
        </p:spPr>
        <p:txBody>
          <a:bodyPr rtlCol="0">
            <a:noAutofit/>
          </a:bodyPr>
          <a:lstStyle>
            <a:lvl1pPr marL="0" indent="0" algn="l">
              <a:lnSpc>
                <a:spcPct val="85000"/>
              </a:lnSpc>
              <a:spcBef>
                <a:spcPts val="0"/>
              </a:spcBef>
              <a:buNone/>
              <a:defRPr lang="ru-RU" sz="4100" b="1" i="1">
                <a:solidFill>
                  <a:schemeClr val="accent2"/>
                </a:solidFill>
                <a:latin typeface="+mn-cs"/>
                <a:cs typeface="+mn-cs"/>
              </a:defRPr>
            </a:lvl1pPr>
          </a:lstStyle>
          <a:p>
            <a:pPr lvl="0" rtl="0"/>
            <a:r>
              <a:rPr lang="ru-RU" b="1" i="1" noProof="0" dirty="0"/>
              <a:t>руку</a:t>
            </a:r>
          </a:p>
        </p:txBody>
      </p:sp>
      <p:cxnSp>
        <p:nvCxnSpPr>
          <p:cNvPr id="36" name="Прямая соединительная линия 35">
            <a:extLst>
              <a:ext uri="{FF2B5EF4-FFF2-40B4-BE49-F238E27FC236}">
                <a16:creationId xmlns:a16="http://schemas.microsoft.com/office/drawing/2014/main" id="{F6BA27C9-EA19-41CC-AB47-97501BDC5077}"/>
              </a:ext>
            </a:extLst>
          </p:cNvPr>
          <p:cNvCxnSpPr/>
          <p:nvPr userDrawn="1"/>
        </p:nvCxnSpPr>
        <p:spPr>
          <a:xfrm>
            <a:off x="860400" y="13882604"/>
            <a:ext cx="83376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4" name="Графический объект 43">
            <a:extLst>
              <a:ext uri="{FF2B5EF4-FFF2-40B4-BE49-F238E27FC236}">
                <a16:creationId xmlns:a16="http://schemas.microsoft.com/office/drawing/2014/main" id="{9409CD05-AC9B-429C-8FA4-10912B8B6D20}"/>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5888835" y="11668475"/>
            <a:ext cx="2089365" cy="1609200"/>
          </a:xfrm>
          <a:prstGeom prst="rect">
            <a:avLst/>
          </a:prstGeom>
        </p:spPr>
      </p:pic>
    </p:spTree>
    <p:extLst>
      <p:ext uri="{BB962C8B-B14F-4D97-AF65-F5344CB8AC3E}">
        <p14:creationId xmlns:p14="http://schemas.microsoft.com/office/powerpoint/2010/main" val="35826580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B8BB59-C5E0-4E56-830B-F6EAB602D16F}"/>
              </a:ext>
            </a:extLst>
          </p:cNvPr>
          <p:cNvSpPr>
            <a:spLocks noGrp="1"/>
          </p:cNvSpPr>
          <p:nvPr>
            <p:ph type="title"/>
          </p:nvPr>
        </p:nvSpPr>
        <p:spPr>
          <a:xfrm>
            <a:off x="691515" y="827618"/>
            <a:ext cx="8675370" cy="3004609"/>
          </a:xfrm>
          <a:prstGeom prst="rect">
            <a:avLst/>
          </a:prstGeom>
        </p:spPr>
        <p:txBody>
          <a:bodyPr vert="horz" lIns="91440" tIns="45720" rIns="91440" bIns="45720" rtlCol="0" anchor="ctr">
            <a:normAutofit/>
          </a:bodyPr>
          <a:lstStyle>
            <a:defPPr>
              <a:defRPr lang="ru-RU"/>
            </a:defPPr>
          </a:lstStyle>
          <a:p>
            <a:pPr rtl="0"/>
            <a:r>
              <a:rPr lang="ru-RU" noProof="0" dirty="0"/>
              <a:t>Образец заголовка</a:t>
            </a:r>
          </a:p>
        </p:txBody>
      </p:sp>
      <p:sp>
        <p:nvSpPr>
          <p:cNvPr id="3" name="Текст 2">
            <a:extLst>
              <a:ext uri="{FF2B5EF4-FFF2-40B4-BE49-F238E27FC236}">
                <a16:creationId xmlns:a16="http://schemas.microsoft.com/office/drawing/2014/main" id="{1769A6F6-B30D-495C-9CF9-FD25CCC335DB}"/>
              </a:ext>
            </a:extLst>
          </p:cNvPr>
          <p:cNvSpPr>
            <a:spLocks noGrp="1"/>
          </p:cNvSpPr>
          <p:nvPr>
            <p:ph type="body" idx="1"/>
          </p:nvPr>
        </p:nvSpPr>
        <p:spPr>
          <a:xfrm>
            <a:off x="691515" y="4138083"/>
            <a:ext cx="8675370" cy="9863033"/>
          </a:xfrm>
          <a:prstGeom prst="rect">
            <a:avLst/>
          </a:prstGeom>
        </p:spPr>
        <p:txBody>
          <a:bodyPr vert="horz" lIns="91440" tIns="45720" rIns="91440" bIns="45720" rtlCol="0">
            <a:normAutofit/>
          </a:bodyPr>
          <a:lstStyle>
            <a:defPPr>
              <a:defRPr lang="ru-RU"/>
            </a:defPPr>
          </a:lstStyle>
          <a:p>
            <a:pPr lvl="0" rtl="0"/>
            <a:r>
              <a:rPr lang="ru-RU" noProof="0" dirty="0"/>
              <a:t>Щелкните, чтобы изменить стили текста образца слайда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4" name="Дата 3">
            <a:extLst>
              <a:ext uri="{FF2B5EF4-FFF2-40B4-BE49-F238E27FC236}">
                <a16:creationId xmlns:a16="http://schemas.microsoft.com/office/drawing/2014/main" id="{07EA62D8-2AC3-41D6-9924-454F7E546F9E}"/>
              </a:ext>
            </a:extLst>
          </p:cNvPr>
          <p:cNvSpPr>
            <a:spLocks noGrp="1"/>
          </p:cNvSpPr>
          <p:nvPr>
            <p:ph type="dt" sz="half" idx="2"/>
          </p:nvPr>
        </p:nvSpPr>
        <p:spPr>
          <a:xfrm>
            <a:off x="691515" y="14407728"/>
            <a:ext cx="2263140" cy="827617"/>
          </a:xfrm>
          <a:prstGeom prst="rect">
            <a:avLst/>
          </a:prstGeom>
        </p:spPr>
        <p:txBody>
          <a:bodyPr vert="horz" lIns="91440" tIns="45720" rIns="91440" bIns="45720" rtlCol="0" anchor="ctr"/>
          <a:lstStyle>
            <a:lvl1pPr algn="l">
              <a:defRPr lang="ru-RU" sz="2720">
                <a:solidFill>
                  <a:schemeClr val="tx1">
                    <a:tint val="75000"/>
                  </a:schemeClr>
                </a:solidFill>
              </a:defRPr>
            </a:lvl1pPr>
          </a:lstStyle>
          <a:p>
            <a:pPr rtl="0"/>
            <a:fld id="{5537F93E-23B0-474E-96E7-3EB11ADEED9E}" type="datetime1">
              <a:rPr lang="ru-RU" noProof="0" smtClean="0"/>
              <a:t>23.09.2026</a:t>
            </a:fld>
            <a:endParaRPr lang="ru-RU" noProof="0" dirty="0"/>
          </a:p>
        </p:txBody>
      </p:sp>
      <p:sp>
        <p:nvSpPr>
          <p:cNvPr id="5" name="Нижний колонтитул 4">
            <a:extLst>
              <a:ext uri="{FF2B5EF4-FFF2-40B4-BE49-F238E27FC236}">
                <a16:creationId xmlns:a16="http://schemas.microsoft.com/office/drawing/2014/main" id="{3BDC428A-9D7A-424D-A86C-DF7573D5216E}"/>
              </a:ext>
            </a:extLst>
          </p:cNvPr>
          <p:cNvSpPr>
            <a:spLocks noGrp="1"/>
          </p:cNvSpPr>
          <p:nvPr>
            <p:ph type="ftr" sz="quarter" idx="3"/>
          </p:nvPr>
        </p:nvSpPr>
        <p:spPr>
          <a:xfrm>
            <a:off x="3331845" y="14407728"/>
            <a:ext cx="3394710" cy="827617"/>
          </a:xfrm>
          <a:prstGeom prst="rect">
            <a:avLst/>
          </a:prstGeom>
        </p:spPr>
        <p:txBody>
          <a:bodyPr vert="horz" lIns="91440" tIns="45720" rIns="91440" bIns="45720" rtlCol="0" anchor="ctr"/>
          <a:lstStyle>
            <a:lvl1pPr algn="ctr">
              <a:defRPr lang="ru-RU" sz="2720">
                <a:solidFill>
                  <a:schemeClr val="tx1">
                    <a:tint val="75000"/>
                  </a:schemeClr>
                </a:solidFill>
              </a:defRPr>
            </a:lvl1pPr>
          </a:lstStyle>
          <a:p>
            <a:pPr rtl="0"/>
            <a:endParaRPr lang="ru-RU" noProof="0" dirty="0"/>
          </a:p>
        </p:txBody>
      </p:sp>
      <p:sp>
        <p:nvSpPr>
          <p:cNvPr id="6" name="Номер слайда 5">
            <a:extLst>
              <a:ext uri="{FF2B5EF4-FFF2-40B4-BE49-F238E27FC236}">
                <a16:creationId xmlns:a16="http://schemas.microsoft.com/office/drawing/2014/main" id="{30D38652-A425-43EC-AC4C-D6A243718EDB}"/>
              </a:ext>
            </a:extLst>
          </p:cNvPr>
          <p:cNvSpPr>
            <a:spLocks noGrp="1"/>
          </p:cNvSpPr>
          <p:nvPr>
            <p:ph type="sldNum" sz="quarter" idx="4"/>
          </p:nvPr>
        </p:nvSpPr>
        <p:spPr>
          <a:xfrm>
            <a:off x="7103745" y="14407728"/>
            <a:ext cx="2263140" cy="827617"/>
          </a:xfrm>
          <a:prstGeom prst="rect">
            <a:avLst/>
          </a:prstGeom>
        </p:spPr>
        <p:txBody>
          <a:bodyPr vert="horz" lIns="91440" tIns="45720" rIns="91440" bIns="45720" rtlCol="0" anchor="ctr"/>
          <a:lstStyle>
            <a:lvl1pPr algn="r">
              <a:defRPr lang="ru-RU" sz="2720">
                <a:solidFill>
                  <a:schemeClr val="tx1">
                    <a:tint val="75000"/>
                  </a:schemeClr>
                </a:solidFill>
              </a:defRPr>
            </a:lvl1pPr>
          </a:lstStyle>
          <a:p>
            <a:pPr rtl="0"/>
            <a:fld id="{30F19B87-8C30-407C-BB16-41234FD6E1B9}" type="slidenum">
              <a:rPr lang="ru-RU" noProof="0" smtClean="0"/>
              <a:t>‹#›</a:t>
            </a:fld>
            <a:endParaRPr lang="ru-RU" noProof="0" dirty="0"/>
          </a:p>
        </p:txBody>
      </p:sp>
    </p:spTree>
    <p:extLst>
      <p:ext uri="{BB962C8B-B14F-4D97-AF65-F5344CB8AC3E}">
        <p14:creationId xmlns:p14="http://schemas.microsoft.com/office/powerpoint/2010/main" val="1034829298"/>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l" defTabSz="2072670" rtl="0" eaLnBrk="1" latinLnBrk="0" hangingPunct="1">
        <a:lnSpc>
          <a:spcPct val="90000"/>
        </a:lnSpc>
        <a:spcBef>
          <a:spcPct val="0"/>
        </a:spcBef>
        <a:buNone/>
        <a:defRPr lang="ru-RU" sz="9973" kern="1200">
          <a:solidFill>
            <a:schemeClr val="tx1"/>
          </a:solidFill>
          <a:latin typeface="+mj-lt"/>
          <a:ea typeface="+mj-ea"/>
          <a:cs typeface="+mj-cs"/>
        </a:defRPr>
      </a:lvl1pPr>
    </p:titleStyle>
    <p:bodyStyle>
      <a:lvl1pPr marL="518168" indent="-518168" algn="l" defTabSz="2072670" rtl="0" eaLnBrk="1" latinLnBrk="0" hangingPunct="1">
        <a:lnSpc>
          <a:spcPct val="90000"/>
        </a:lnSpc>
        <a:spcBef>
          <a:spcPts val="2267"/>
        </a:spcBef>
        <a:buFont typeface="Arial" panose="020B0604020202020204" pitchFamily="34" charset="0"/>
        <a:buChar char="•"/>
        <a:defRPr lang="ru-RU" sz="6347" kern="1200">
          <a:solidFill>
            <a:schemeClr val="tx1"/>
          </a:solidFill>
          <a:latin typeface="+mn-lt"/>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lt"/>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lt"/>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lt"/>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lt"/>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lt"/>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lt"/>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lt"/>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lt"/>
          <a:ea typeface="+mn-ea"/>
          <a:cs typeface="+mn-cs"/>
        </a:defRPr>
      </a:lvl9pPr>
    </p:bodyStyle>
    <p:otherStyle>
      <a:defPPr>
        <a:defRPr lang="ru-RU"/>
      </a:defPPr>
      <a:lvl1pPr marL="0" algn="l" defTabSz="2072670" rtl="0" eaLnBrk="1" latinLnBrk="0" hangingPunct="1">
        <a:defRPr lang="ru-RU" sz="4080" kern="1200">
          <a:solidFill>
            <a:schemeClr val="tx1"/>
          </a:solidFill>
          <a:latin typeface="+mn-lt"/>
          <a:ea typeface="+mn-ea"/>
          <a:cs typeface="+mn-cs"/>
        </a:defRPr>
      </a:lvl1pPr>
      <a:lvl2pPr marL="1036335" algn="l" defTabSz="2072670" rtl="0" eaLnBrk="1" latinLnBrk="0" hangingPunct="1">
        <a:defRPr lang="ru-RU" sz="4080" kern="1200">
          <a:solidFill>
            <a:schemeClr val="tx1"/>
          </a:solidFill>
          <a:latin typeface="+mn-lt"/>
          <a:ea typeface="+mn-ea"/>
          <a:cs typeface="+mn-cs"/>
        </a:defRPr>
      </a:lvl2pPr>
      <a:lvl3pPr marL="2072670" algn="l" defTabSz="2072670" rtl="0" eaLnBrk="1" latinLnBrk="0" hangingPunct="1">
        <a:defRPr lang="ru-RU" sz="4080" kern="1200">
          <a:solidFill>
            <a:schemeClr val="tx1"/>
          </a:solidFill>
          <a:latin typeface="+mn-lt"/>
          <a:ea typeface="+mn-ea"/>
          <a:cs typeface="+mn-cs"/>
        </a:defRPr>
      </a:lvl3pPr>
      <a:lvl4pPr marL="3109006" algn="l" defTabSz="2072670" rtl="0" eaLnBrk="1" latinLnBrk="0" hangingPunct="1">
        <a:defRPr lang="ru-RU" sz="4080" kern="1200">
          <a:solidFill>
            <a:schemeClr val="tx1"/>
          </a:solidFill>
          <a:latin typeface="+mn-lt"/>
          <a:ea typeface="+mn-ea"/>
          <a:cs typeface="+mn-cs"/>
        </a:defRPr>
      </a:lvl4pPr>
      <a:lvl5pPr marL="4145341" algn="l" defTabSz="2072670" rtl="0" eaLnBrk="1" latinLnBrk="0" hangingPunct="1">
        <a:defRPr lang="ru-RU" sz="4080" kern="1200">
          <a:solidFill>
            <a:schemeClr val="tx1"/>
          </a:solidFill>
          <a:latin typeface="+mn-lt"/>
          <a:ea typeface="+mn-ea"/>
          <a:cs typeface="+mn-cs"/>
        </a:defRPr>
      </a:lvl5pPr>
      <a:lvl6pPr marL="5181676" algn="l" defTabSz="2072670" rtl="0" eaLnBrk="1" latinLnBrk="0" hangingPunct="1">
        <a:defRPr lang="ru-RU" sz="4080" kern="1200">
          <a:solidFill>
            <a:schemeClr val="tx1"/>
          </a:solidFill>
          <a:latin typeface="+mn-lt"/>
          <a:ea typeface="+mn-ea"/>
          <a:cs typeface="+mn-cs"/>
        </a:defRPr>
      </a:lvl6pPr>
      <a:lvl7pPr marL="6218011" algn="l" defTabSz="2072670" rtl="0" eaLnBrk="1" latinLnBrk="0" hangingPunct="1">
        <a:defRPr lang="ru-RU" sz="4080" kern="1200">
          <a:solidFill>
            <a:schemeClr val="tx1"/>
          </a:solidFill>
          <a:latin typeface="+mn-lt"/>
          <a:ea typeface="+mn-ea"/>
          <a:cs typeface="+mn-cs"/>
        </a:defRPr>
      </a:lvl7pPr>
      <a:lvl8pPr marL="7254347" algn="l" defTabSz="2072670" rtl="0" eaLnBrk="1" latinLnBrk="0" hangingPunct="1">
        <a:defRPr lang="ru-RU" sz="4080" kern="1200">
          <a:solidFill>
            <a:schemeClr val="tx1"/>
          </a:solidFill>
          <a:latin typeface="+mn-lt"/>
          <a:ea typeface="+mn-ea"/>
          <a:cs typeface="+mn-cs"/>
        </a:defRPr>
      </a:lvl8pPr>
      <a:lvl9pPr marL="8290682" algn="l" defTabSz="2072670" rtl="0" eaLnBrk="1" latinLnBrk="0" hangingPunct="1">
        <a:defRPr lang="ru-RU" sz="408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B8BB59-C5E0-4E56-830B-F6EAB602D16F}"/>
              </a:ext>
            </a:extLst>
          </p:cNvPr>
          <p:cNvSpPr>
            <a:spLocks noGrp="1"/>
          </p:cNvSpPr>
          <p:nvPr>
            <p:ph type="title"/>
          </p:nvPr>
        </p:nvSpPr>
        <p:spPr>
          <a:xfrm>
            <a:off x="691515" y="827618"/>
            <a:ext cx="8675370" cy="3004609"/>
          </a:xfrm>
          <a:prstGeom prst="rect">
            <a:avLst/>
          </a:prstGeom>
        </p:spPr>
        <p:txBody>
          <a:bodyPr vert="horz" lIns="91440" tIns="45720" rIns="91440" bIns="45720" rtlCol="0" anchor="ctr">
            <a:normAutofit/>
          </a:bodyPr>
          <a:lstStyle>
            <a:defPPr>
              <a:defRPr lang="ru-RU"/>
            </a:defPPr>
          </a:lstStyle>
          <a:p>
            <a:pPr rtl="0"/>
            <a:r>
              <a:rPr lang="ru-RU" b="1" noProof="0" dirty="0"/>
              <a:t>Образец заголовка</a:t>
            </a:r>
          </a:p>
        </p:txBody>
      </p:sp>
      <p:sp>
        <p:nvSpPr>
          <p:cNvPr id="3" name="Текст 2">
            <a:extLst>
              <a:ext uri="{FF2B5EF4-FFF2-40B4-BE49-F238E27FC236}">
                <a16:creationId xmlns:a16="http://schemas.microsoft.com/office/drawing/2014/main" id="{1769A6F6-B30D-495C-9CF9-FD25CCC335DB}"/>
              </a:ext>
            </a:extLst>
          </p:cNvPr>
          <p:cNvSpPr>
            <a:spLocks noGrp="1"/>
          </p:cNvSpPr>
          <p:nvPr>
            <p:ph type="body" idx="1"/>
          </p:nvPr>
        </p:nvSpPr>
        <p:spPr>
          <a:xfrm>
            <a:off x="691515" y="4138083"/>
            <a:ext cx="8675370" cy="9863033"/>
          </a:xfrm>
          <a:prstGeom prst="rect">
            <a:avLst/>
          </a:prstGeom>
        </p:spPr>
        <p:txBody>
          <a:bodyPr vert="horz" lIns="91440" tIns="45720" rIns="91440" bIns="45720" rtlCol="0">
            <a:normAutofit/>
          </a:bodyPr>
          <a:lstStyle>
            <a:defPPr>
              <a:defRPr lang="ru-RU"/>
            </a:defPPr>
          </a:lstStyle>
          <a:p>
            <a:pPr lvl="0" rtl="0"/>
            <a:r>
              <a:rPr lang="ru-RU" b="1" noProof="0" dirty="0"/>
              <a:t>Щелкните, чтобы изменить стили текста образца слайда</a:t>
            </a:r>
          </a:p>
          <a:p>
            <a:pPr lvl="1" rtl="0"/>
            <a:r>
              <a:rPr lang="ru-RU" b="1" noProof="0" dirty="0"/>
              <a:t>Второй уровень</a:t>
            </a:r>
          </a:p>
          <a:p>
            <a:pPr lvl="2" rtl="0"/>
            <a:r>
              <a:rPr lang="ru-RU" b="1" noProof="0" dirty="0"/>
              <a:t>Третий уровень</a:t>
            </a:r>
          </a:p>
          <a:p>
            <a:pPr lvl="3" rtl="0"/>
            <a:r>
              <a:rPr lang="ru-RU" b="1" noProof="0" dirty="0"/>
              <a:t>Четвертый уровень</a:t>
            </a:r>
          </a:p>
          <a:p>
            <a:pPr lvl="4" rtl="0"/>
            <a:r>
              <a:rPr lang="ru-RU" b="1" noProof="0" dirty="0"/>
              <a:t>Пятый уровень</a:t>
            </a:r>
          </a:p>
        </p:txBody>
      </p:sp>
      <p:sp>
        <p:nvSpPr>
          <p:cNvPr id="4" name="Дата 3">
            <a:extLst>
              <a:ext uri="{FF2B5EF4-FFF2-40B4-BE49-F238E27FC236}">
                <a16:creationId xmlns:a16="http://schemas.microsoft.com/office/drawing/2014/main" id="{07EA62D8-2AC3-41D6-9924-454F7E546F9E}"/>
              </a:ext>
            </a:extLst>
          </p:cNvPr>
          <p:cNvSpPr>
            <a:spLocks noGrp="1"/>
          </p:cNvSpPr>
          <p:nvPr>
            <p:ph type="dt" sz="half" idx="2"/>
          </p:nvPr>
        </p:nvSpPr>
        <p:spPr>
          <a:xfrm>
            <a:off x="691515" y="14407728"/>
            <a:ext cx="2263140" cy="827617"/>
          </a:xfrm>
          <a:prstGeom prst="rect">
            <a:avLst/>
          </a:prstGeom>
        </p:spPr>
        <p:txBody>
          <a:bodyPr vert="horz" lIns="91440" tIns="45720" rIns="91440" bIns="45720" rtlCol="0" anchor="ctr"/>
          <a:lstStyle>
            <a:lvl1pPr algn="l">
              <a:defRPr lang="ru-RU" sz="2720">
                <a:solidFill>
                  <a:schemeClr val="tx1">
                    <a:tint val="75000"/>
                  </a:schemeClr>
                </a:solidFill>
              </a:defRPr>
            </a:lvl1pPr>
          </a:lstStyle>
          <a:p>
            <a:pPr rtl="0"/>
            <a:fld id="{439C21DC-9E38-4578-9483-50439615FA3E}" type="datetime1">
              <a:rPr lang="ru-RU" b="1" noProof="0" smtClean="0"/>
              <a:t>23.09.2026</a:t>
            </a:fld>
            <a:endParaRPr lang="ru-RU" b="1" noProof="0" dirty="0"/>
          </a:p>
        </p:txBody>
      </p:sp>
      <p:sp>
        <p:nvSpPr>
          <p:cNvPr id="5" name="Нижний колонтитул 4">
            <a:extLst>
              <a:ext uri="{FF2B5EF4-FFF2-40B4-BE49-F238E27FC236}">
                <a16:creationId xmlns:a16="http://schemas.microsoft.com/office/drawing/2014/main" id="{3BDC428A-9D7A-424D-A86C-DF7573D5216E}"/>
              </a:ext>
            </a:extLst>
          </p:cNvPr>
          <p:cNvSpPr>
            <a:spLocks noGrp="1"/>
          </p:cNvSpPr>
          <p:nvPr>
            <p:ph type="ftr" sz="quarter" idx="3"/>
          </p:nvPr>
        </p:nvSpPr>
        <p:spPr>
          <a:xfrm>
            <a:off x="3331845" y="14407728"/>
            <a:ext cx="3394710" cy="827617"/>
          </a:xfrm>
          <a:prstGeom prst="rect">
            <a:avLst/>
          </a:prstGeom>
        </p:spPr>
        <p:txBody>
          <a:bodyPr vert="horz" lIns="91440" tIns="45720" rIns="91440" bIns="45720" rtlCol="0" anchor="ctr"/>
          <a:lstStyle>
            <a:lvl1pPr algn="ctr">
              <a:defRPr lang="ru-RU" sz="2720">
                <a:solidFill>
                  <a:schemeClr val="tx1">
                    <a:tint val="75000"/>
                  </a:schemeClr>
                </a:solidFill>
              </a:defRPr>
            </a:lvl1pPr>
          </a:lstStyle>
          <a:p>
            <a:pPr rtl="0"/>
            <a:endParaRPr lang="ru-RU" b="1" noProof="0" dirty="0"/>
          </a:p>
        </p:txBody>
      </p:sp>
      <p:sp>
        <p:nvSpPr>
          <p:cNvPr id="6" name="Номер слайда 5">
            <a:extLst>
              <a:ext uri="{FF2B5EF4-FFF2-40B4-BE49-F238E27FC236}">
                <a16:creationId xmlns:a16="http://schemas.microsoft.com/office/drawing/2014/main" id="{30D38652-A425-43EC-AC4C-D6A243718EDB}"/>
              </a:ext>
            </a:extLst>
          </p:cNvPr>
          <p:cNvSpPr>
            <a:spLocks noGrp="1"/>
          </p:cNvSpPr>
          <p:nvPr>
            <p:ph type="sldNum" sz="quarter" idx="4"/>
          </p:nvPr>
        </p:nvSpPr>
        <p:spPr>
          <a:xfrm>
            <a:off x="7103745" y="14407728"/>
            <a:ext cx="2263140" cy="827617"/>
          </a:xfrm>
          <a:prstGeom prst="rect">
            <a:avLst/>
          </a:prstGeom>
        </p:spPr>
        <p:txBody>
          <a:bodyPr vert="horz" lIns="91440" tIns="45720" rIns="91440" bIns="45720" rtlCol="0" anchor="ctr"/>
          <a:lstStyle>
            <a:lvl1pPr algn="r">
              <a:defRPr lang="ru-RU" sz="2720">
                <a:solidFill>
                  <a:schemeClr val="tx1">
                    <a:tint val="75000"/>
                  </a:schemeClr>
                </a:solidFill>
              </a:defRPr>
            </a:lvl1pPr>
          </a:lstStyle>
          <a:p>
            <a:pPr rtl="0"/>
            <a:fld id="{30F19B87-8C30-407C-BB16-41234FD6E1B9}" type="slidenum">
              <a:rPr lang="ru-RU" b="1" noProof="0" smtClean="0"/>
              <a:t>‹#›</a:t>
            </a:fld>
            <a:endParaRPr lang="ru-RU" b="1" noProof="0" dirty="0"/>
          </a:p>
        </p:txBody>
      </p:sp>
    </p:spTree>
    <p:extLst>
      <p:ext uri="{BB962C8B-B14F-4D97-AF65-F5344CB8AC3E}">
        <p14:creationId xmlns:p14="http://schemas.microsoft.com/office/powerpoint/2010/main" val="1033195973"/>
      </p:ext>
    </p:extLst>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l" defTabSz="2072670" rtl="0" eaLnBrk="1" latinLnBrk="0" hangingPunct="1">
        <a:lnSpc>
          <a:spcPct val="90000"/>
        </a:lnSpc>
        <a:spcBef>
          <a:spcPct val="0"/>
        </a:spcBef>
        <a:buNone/>
        <a:defRPr lang="ru-RU" sz="9973" b="1" kern="1200">
          <a:solidFill>
            <a:schemeClr val="tx1"/>
          </a:solidFill>
          <a:latin typeface="+mj-cs"/>
          <a:ea typeface="+mj-ea"/>
          <a:cs typeface="+mj-cs"/>
        </a:defRPr>
      </a:lvl1pPr>
    </p:titleStyle>
    <p:bodyStyle>
      <a:lvl1pPr marL="518168" indent="-518168" algn="l" defTabSz="2072670" rtl="0" eaLnBrk="1" latinLnBrk="0" hangingPunct="1">
        <a:lnSpc>
          <a:spcPct val="90000"/>
        </a:lnSpc>
        <a:spcBef>
          <a:spcPts val="2267"/>
        </a:spcBef>
        <a:buFont typeface="Arial" panose="020B0604020202020204" pitchFamily="34" charset="0"/>
        <a:buChar char="•"/>
        <a:defRPr lang="ru-RU" sz="6347" b="1" kern="1200">
          <a:solidFill>
            <a:schemeClr val="tx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b="1"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b="1"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b="1"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b="1"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b="1"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b="1"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b="1"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b="1" kern="1200">
          <a:solidFill>
            <a:schemeClr val="tx1"/>
          </a:solidFill>
          <a:latin typeface="+mn-cs"/>
          <a:ea typeface="+mn-ea"/>
          <a:cs typeface="+mn-cs"/>
        </a:defRPr>
      </a:lvl9pPr>
    </p:bodyStyle>
    <p:otherStyle>
      <a:defPPr>
        <a:defRPr lang="ru-RU"/>
      </a:defPPr>
      <a:lvl1pPr marL="0" algn="l" defTabSz="2072670" rtl="0" eaLnBrk="1" latinLnBrk="0" hangingPunct="1">
        <a:defRPr lang="ru-RU" sz="4080" b="1" kern="1200">
          <a:solidFill>
            <a:schemeClr val="tx1"/>
          </a:solidFill>
          <a:latin typeface="+mn-cs"/>
          <a:ea typeface="+mn-ea"/>
          <a:cs typeface="+mn-cs"/>
        </a:defRPr>
      </a:lvl1pPr>
      <a:lvl2pPr marL="1036335" algn="l" defTabSz="2072670" rtl="0" eaLnBrk="1" latinLnBrk="0" hangingPunct="1">
        <a:defRPr lang="ru-RU" sz="4080" b="1" kern="1200">
          <a:solidFill>
            <a:schemeClr val="tx1"/>
          </a:solidFill>
          <a:latin typeface="+mn-cs"/>
          <a:ea typeface="+mn-ea"/>
          <a:cs typeface="+mn-cs"/>
        </a:defRPr>
      </a:lvl2pPr>
      <a:lvl3pPr marL="2072670" algn="l" defTabSz="2072670" rtl="0" eaLnBrk="1" latinLnBrk="0" hangingPunct="1">
        <a:defRPr lang="ru-RU" sz="4080" b="1" kern="1200">
          <a:solidFill>
            <a:schemeClr val="tx1"/>
          </a:solidFill>
          <a:latin typeface="+mn-cs"/>
          <a:ea typeface="+mn-ea"/>
          <a:cs typeface="+mn-cs"/>
        </a:defRPr>
      </a:lvl3pPr>
      <a:lvl4pPr marL="3109006" algn="l" defTabSz="2072670" rtl="0" eaLnBrk="1" latinLnBrk="0" hangingPunct="1">
        <a:defRPr lang="ru-RU" sz="4080" b="1" kern="1200">
          <a:solidFill>
            <a:schemeClr val="tx1"/>
          </a:solidFill>
          <a:latin typeface="+mn-cs"/>
          <a:ea typeface="+mn-ea"/>
          <a:cs typeface="+mn-cs"/>
        </a:defRPr>
      </a:lvl4pPr>
      <a:lvl5pPr marL="4145341" algn="l" defTabSz="2072670" rtl="0" eaLnBrk="1" latinLnBrk="0" hangingPunct="1">
        <a:defRPr lang="ru-RU" sz="4080" b="1" kern="1200">
          <a:solidFill>
            <a:schemeClr val="tx1"/>
          </a:solidFill>
          <a:latin typeface="+mn-cs"/>
          <a:ea typeface="+mn-ea"/>
          <a:cs typeface="+mn-cs"/>
        </a:defRPr>
      </a:lvl5pPr>
      <a:lvl6pPr marL="5181676" algn="l" defTabSz="2072670" rtl="0" eaLnBrk="1" latinLnBrk="0" hangingPunct="1">
        <a:defRPr lang="ru-RU" sz="4080" b="1" kern="1200">
          <a:solidFill>
            <a:schemeClr val="tx1"/>
          </a:solidFill>
          <a:latin typeface="+mn-cs"/>
          <a:ea typeface="+mn-ea"/>
          <a:cs typeface="+mn-cs"/>
        </a:defRPr>
      </a:lvl6pPr>
      <a:lvl7pPr marL="6218011" algn="l" defTabSz="2072670" rtl="0" eaLnBrk="1" latinLnBrk="0" hangingPunct="1">
        <a:defRPr lang="ru-RU" sz="4080" b="1" kern="1200">
          <a:solidFill>
            <a:schemeClr val="tx1"/>
          </a:solidFill>
          <a:latin typeface="+mn-cs"/>
          <a:ea typeface="+mn-ea"/>
          <a:cs typeface="+mn-cs"/>
        </a:defRPr>
      </a:lvl7pPr>
      <a:lvl8pPr marL="7254347" algn="l" defTabSz="2072670" rtl="0" eaLnBrk="1" latinLnBrk="0" hangingPunct="1">
        <a:defRPr lang="ru-RU" sz="4080" b="1" kern="1200">
          <a:solidFill>
            <a:schemeClr val="tx1"/>
          </a:solidFill>
          <a:latin typeface="+mn-cs"/>
          <a:ea typeface="+mn-ea"/>
          <a:cs typeface="+mn-cs"/>
        </a:defRPr>
      </a:lvl8pPr>
      <a:lvl9pPr marL="8290682" algn="l" defTabSz="2072670" rtl="0" eaLnBrk="1" latinLnBrk="0" hangingPunct="1">
        <a:defRPr lang="ru-RU" sz="4080" b="1" kern="1200">
          <a:solidFill>
            <a:schemeClr val="tx1"/>
          </a:solidFill>
          <a:latin typeface="+mn-cs"/>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B8BB59-C5E0-4E56-830B-F6EAB602D16F}"/>
              </a:ext>
            </a:extLst>
          </p:cNvPr>
          <p:cNvSpPr>
            <a:spLocks noGrp="1"/>
          </p:cNvSpPr>
          <p:nvPr>
            <p:ph type="title"/>
          </p:nvPr>
        </p:nvSpPr>
        <p:spPr>
          <a:xfrm>
            <a:off x="691515" y="827618"/>
            <a:ext cx="8675370" cy="3004609"/>
          </a:xfrm>
          <a:prstGeom prst="rect">
            <a:avLst/>
          </a:prstGeom>
        </p:spPr>
        <p:txBody>
          <a:bodyPr vert="horz" lIns="91440" tIns="45720" rIns="91440" bIns="45720" rtlCol="0" anchor="ctr">
            <a:normAutofit/>
          </a:bodyPr>
          <a:lstStyle>
            <a:defPPr>
              <a:defRPr lang="ru-RU"/>
            </a:defPPr>
          </a:lstStyle>
          <a:p>
            <a:pPr rtl="0"/>
            <a:r>
              <a:rPr lang="ru-RU" noProof="0" dirty="0"/>
              <a:t>Образец заголовка</a:t>
            </a:r>
          </a:p>
        </p:txBody>
      </p:sp>
      <p:sp>
        <p:nvSpPr>
          <p:cNvPr id="3" name="Текст 2">
            <a:extLst>
              <a:ext uri="{FF2B5EF4-FFF2-40B4-BE49-F238E27FC236}">
                <a16:creationId xmlns:a16="http://schemas.microsoft.com/office/drawing/2014/main" id="{1769A6F6-B30D-495C-9CF9-FD25CCC335DB}"/>
              </a:ext>
            </a:extLst>
          </p:cNvPr>
          <p:cNvSpPr>
            <a:spLocks noGrp="1"/>
          </p:cNvSpPr>
          <p:nvPr>
            <p:ph type="body" idx="1"/>
          </p:nvPr>
        </p:nvSpPr>
        <p:spPr>
          <a:xfrm>
            <a:off x="691515" y="4138083"/>
            <a:ext cx="8675370" cy="9863033"/>
          </a:xfrm>
          <a:prstGeom prst="rect">
            <a:avLst/>
          </a:prstGeom>
        </p:spPr>
        <p:txBody>
          <a:bodyPr vert="horz" lIns="91440" tIns="45720" rIns="91440" bIns="45720" rtlCol="0">
            <a:normAutofit/>
          </a:bodyPr>
          <a:lstStyle>
            <a:defPPr>
              <a:defRPr lang="ru-RU"/>
            </a:defPPr>
          </a:lstStyle>
          <a:p>
            <a:pPr lvl="0" rtl="0"/>
            <a:r>
              <a:rPr lang="ru-RU" noProof="0" dirty="0"/>
              <a:t>Щелкните, чтобы изменить стили текста образца слайда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4" name="Дата 3">
            <a:extLst>
              <a:ext uri="{FF2B5EF4-FFF2-40B4-BE49-F238E27FC236}">
                <a16:creationId xmlns:a16="http://schemas.microsoft.com/office/drawing/2014/main" id="{07EA62D8-2AC3-41D6-9924-454F7E546F9E}"/>
              </a:ext>
            </a:extLst>
          </p:cNvPr>
          <p:cNvSpPr>
            <a:spLocks noGrp="1"/>
          </p:cNvSpPr>
          <p:nvPr>
            <p:ph type="dt" sz="half" idx="2"/>
          </p:nvPr>
        </p:nvSpPr>
        <p:spPr>
          <a:xfrm>
            <a:off x="691515" y="14407728"/>
            <a:ext cx="2263140" cy="827617"/>
          </a:xfrm>
          <a:prstGeom prst="rect">
            <a:avLst/>
          </a:prstGeom>
        </p:spPr>
        <p:txBody>
          <a:bodyPr vert="horz" lIns="91440" tIns="45720" rIns="91440" bIns="45720" rtlCol="0" anchor="ctr"/>
          <a:lstStyle>
            <a:lvl1pPr algn="l">
              <a:defRPr lang="ru-RU" sz="2720">
                <a:solidFill>
                  <a:schemeClr val="tx1">
                    <a:tint val="75000"/>
                  </a:schemeClr>
                </a:solidFill>
              </a:defRPr>
            </a:lvl1pPr>
          </a:lstStyle>
          <a:p>
            <a:pPr rtl="0"/>
            <a:fld id="{FEBC5659-FA4E-4E52-BFAF-407255FFF156}" type="datetime1">
              <a:rPr lang="ru-RU" noProof="0" smtClean="0"/>
              <a:t>23.09.2026</a:t>
            </a:fld>
            <a:endParaRPr lang="ru-RU" noProof="0" dirty="0"/>
          </a:p>
        </p:txBody>
      </p:sp>
      <p:sp>
        <p:nvSpPr>
          <p:cNvPr id="5" name="Нижний колонтитул 4">
            <a:extLst>
              <a:ext uri="{FF2B5EF4-FFF2-40B4-BE49-F238E27FC236}">
                <a16:creationId xmlns:a16="http://schemas.microsoft.com/office/drawing/2014/main" id="{3BDC428A-9D7A-424D-A86C-DF7573D5216E}"/>
              </a:ext>
            </a:extLst>
          </p:cNvPr>
          <p:cNvSpPr>
            <a:spLocks noGrp="1"/>
          </p:cNvSpPr>
          <p:nvPr>
            <p:ph type="ftr" sz="quarter" idx="3"/>
          </p:nvPr>
        </p:nvSpPr>
        <p:spPr>
          <a:xfrm>
            <a:off x="3331845" y="14407728"/>
            <a:ext cx="3394710" cy="827617"/>
          </a:xfrm>
          <a:prstGeom prst="rect">
            <a:avLst/>
          </a:prstGeom>
        </p:spPr>
        <p:txBody>
          <a:bodyPr vert="horz" lIns="91440" tIns="45720" rIns="91440" bIns="45720" rtlCol="0" anchor="ctr"/>
          <a:lstStyle>
            <a:lvl1pPr algn="ctr">
              <a:defRPr lang="ru-RU" sz="2720">
                <a:solidFill>
                  <a:schemeClr val="tx1">
                    <a:tint val="75000"/>
                  </a:schemeClr>
                </a:solidFill>
              </a:defRPr>
            </a:lvl1pPr>
          </a:lstStyle>
          <a:p>
            <a:pPr rtl="0"/>
            <a:endParaRPr lang="ru-RU" noProof="0" dirty="0"/>
          </a:p>
        </p:txBody>
      </p:sp>
      <p:sp>
        <p:nvSpPr>
          <p:cNvPr id="6" name="Номер слайда 5">
            <a:extLst>
              <a:ext uri="{FF2B5EF4-FFF2-40B4-BE49-F238E27FC236}">
                <a16:creationId xmlns:a16="http://schemas.microsoft.com/office/drawing/2014/main" id="{30D38652-A425-43EC-AC4C-D6A243718EDB}"/>
              </a:ext>
            </a:extLst>
          </p:cNvPr>
          <p:cNvSpPr>
            <a:spLocks noGrp="1"/>
          </p:cNvSpPr>
          <p:nvPr>
            <p:ph type="sldNum" sz="quarter" idx="4"/>
          </p:nvPr>
        </p:nvSpPr>
        <p:spPr>
          <a:xfrm>
            <a:off x="7103745" y="14407728"/>
            <a:ext cx="2263140" cy="827617"/>
          </a:xfrm>
          <a:prstGeom prst="rect">
            <a:avLst/>
          </a:prstGeom>
        </p:spPr>
        <p:txBody>
          <a:bodyPr vert="horz" lIns="91440" tIns="45720" rIns="91440" bIns="45720" rtlCol="0" anchor="ctr"/>
          <a:lstStyle>
            <a:lvl1pPr algn="r">
              <a:defRPr lang="ru-RU" sz="2720">
                <a:solidFill>
                  <a:schemeClr val="tx1">
                    <a:tint val="75000"/>
                  </a:schemeClr>
                </a:solidFill>
              </a:defRPr>
            </a:lvl1pPr>
          </a:lstStyle>
          <a:p>
            <a:pPr rtl="0"/>
            <a:fld id="{30F19B87-8C30-407C-BB16-41234FD6E1B9}" type="slidenum">
              <a:rPr lang="ru-RU" noProof="0" smtClean="0"/>
              <a:t>‹#›</a:t>
            </a:fld>
            <a:endParaRPr lang="ru-RU" noProof="0" dirty="0"/>
          </a:p>
        </p:txBody>
      </p:sp>
    </p:spTree>
    <p:extLst>
      <p:ext uri="{BB962C8B-B14F-4D97-AF65-F5344CB8AC3E}">
        <p14:creationId xmlns:p14="http://schemas.microsoft.com/office/powerpoint/2010/main" val="2150267700"/>
      </p:ext>
    </p:extLst>
  </p:cSld>
  <p:clrMap bg1="lt1" tx1="dk1" bg2="lt2" tx2="dk2" accent1="accent1" accent2="accent2" accent3="accent3" accent4="accent4" accent5="accent5" accent6="accent6" hlink="hlink" folHlink="folHlink"/>
  <p:sldLayoutIdLst>
    <p:sldLayoutId id="2147483653" r:id="rId1"/>
  </p:sldLayoutIdLst>
  <p:hf sldNum="0" hdr="0" ftr="0" dt="0"/>
  <p:txStyles>
    <p:titleStyle>
      <a:lvl1pPr algn="l" defTabSz="2072670" rtl="0" eaLnBrk="1" latinLnBrk="0" hangingPunct="1">
        <a:lnSpc>
          <a:spcPct val="90000"/>
        </a:lnSpc>
        <a:spcBef>
          <a:spcPct val="0"/>
        </a:spcBef>
        <a:buNone/>
        <a:defRPr lang="ru-RU" sz="9973" b="1" kern="1200">
          <a:solidFill>
            <a:schemeClr val="tx1"/>
          </a:solidFill>
          <a:latin typeface="+mj-cs"/>
          <a:ea typeface="+mj-ea"/>
          <a:cs typeface="+mj-cs"/>
        </a:defRPr>
      </a:lvl1pPr>
    </p:titleStyle>
    <p:bodyStyle>
      <a:lvl1pPr marL="518168" indent="-518168" algn="l" defTabSz="2072670" rtl="0" eaLnBrk="1" latinLnBrk="0" hangingPunct="1">
        <a:lnSpc>
          <a:spcPct val="90000"/>
        </a:lnSpc>
        <a:spcBef>
          <a:spcPts val="2267"/>
        </a:spcBef>
        <a:buFont typeface="Arial" panose="020B0604020202020204" pitchFamily="34" charset="0"/>
        <a:buChar char="•"/>
        <a:defRPr lang="ru-RU" sz="6347" kern="1200">
          <a:solidFill>
            <a:schemeClr val="tx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p:bodyStyle>
    <p:otherStyle>
      <a:defPPr>
        <a:defRPr lang="ru-RU"/>
      </a:defPPr>
      <a:lvl1pPr marL="0" algn="l" defTabSz="2072670" rtl="0" eaLnBrk="1" latinLnBrk="0" hangingPunct="1">
        <a:defRPr lang="ru-RU" sz="4080" kern="1200">
          <a:solidFill>
            <a:schemeClr val="tx1"/>
          </a:solidFill>
          <a:latin typeface="+mn-cs"/>
          <a:ea typeface="+mn-ea"/>
          <a:cs typeface="+mn-cs"/>
        </a:defRPr>
      </a:lvl1pPr>
      <a:lvl2pPr marL="1036335" algn="l" defTabSz="2072670" rtl="0" eaLnBrk="1" latinLnBrk="0" hangingPunct="1">
        <a:defRPr lang="ru-RU" sz="4080" kern="1200">
          <a:solidFill>
            <a:schemeClr val="tx1"/>
          </a:solidFill>
          <a:latin typeface="+mn-cs"/>
          <a:ea typeface="+mn-ea"/>
          <a:cs typeface="+mn-cs"/>
        </a:defRPr>
      </a:lvl2pPr>
      <a:lvl3pPr marL="2072670" algn="l" defTabSz="2072670" rtl="0" eaLnBrk="1" latinLnBrk="0" hangingPunct="1">
        <a:defRPr lang="ru-RU" sz="4080" kern="1200">
          <a:solidFill>
            <a:schemeClr val="tx1"/>
          </a:solidFill>
          <a:latin typeface="+mn-cs"/>
          <a:ea typeface="+mn-ea"/>
          <a:cs typeface="+mn-cs"/>
        </a:defRPr>
      </a:lvl3pPr>
      <a:lvl4pPr marL="3109006" algn="l" defTabSz="2072670" rtl="0" eaLnBrk="1" latinLnBrk="0" hangingPunct="1">
        <a:defRPr lang="ru-RU" sz="4080" kern="1200">
          <a:solidFill>
            <a:schemeClr val="tx1"/>
          </a:solidFill>
          <a:latin typeface="+mn-cs"/>
          <a:ea typeface="+mn-ea"/>
          <a:cs typeface="+mn-cs"/>
        </a:defRPr>
      </a:lvl4pPr>
      <a:lvl5pPr marL="4145341" algn="l" defTabSz="2072670" rtl="0" eaLnBrk="1" latinLnBrk="0" hangingPunct="1">
        <a:defRPr lang="ru-RU" sz="4080" kern="1200">
          <a:solidFill>
            <a:schemeClr val="tx1"/>
          </a:solidFill>
          <a:latin typeface="+mn-cs"/>
          <a:ea typeface="+mn-ea"/>
          <a:cs typeface="+mn-cs"/>
        </a:defRPr>
      </a:lvl5pPr>
      <a:lvl6pPr marL="5181676" algn="l" defTabSz="2072670" rtl="0" eaLnBrk="1" latinLnBrk="0" hangingPunct="1">
        <a:defRPr lang="ru-RU" sz="4080" kern="1200">
          <a:solidFill>
            <a:schemeClr val="tx1"/>
          </a:solidFill>
          <a:latin typeface="+mn-cs"/>
          <a:ea typeface="+mn-ea"/>
          <a:cs typeface="+mn-cs"/>
        </a:defRPr>
      </a:lvl6pPr>
      <a:lvl7pPr marL="6218011" algn="l" defTabSz="2072670" rtl="0" eaLnBrk="1" latinLnBrk="0" hangingPunct="1">
        <a:defRPr lang="ru-RU" sz="4080" kern="1200">
          <a:solidFill>
            <a:schemeClr val="tx1"/>
          </a:solidFill>
          <a:latin typeface="+mn-cs"/>
          <a:ea typeface="+mn-ea"/>
          <a:cs typeface="+mn-cs"/>
        </a:defRPr>
      </a:lvl7pPr>
      <a:lvl8pPr marL="7254347" algn="l" defTabSz="2072670" rtl="0" eaLnBrk="1" latinLnBrk="0" hangingPunct="1">
        <a:defRPr lang="ru-RU" sz="4080" kern="1200">
          <a:solidFill>
            <a:schemeClr val="tx1"/>
          </a:solidFill>
          <a:latin typeface="+mn-cs"/>
          <a:ea typeface="+mn-ea"/>
          <a:cs typeface="+mn-cs"/>
        </a:defRPr>
      </a:lvl8pPr>
      <a:lvl9pPr marL="8290682" algn="l" defTabSz="2072670" rtl="0" eaLnBrk="1" latinLnBrk="0" hangingPunct="1">
        <a:defRPr lang="ru-RU" sz="4080" kern="1200">
          <a:solidFill>
            <a:schemeClr val="tx1"/>
          </a:solidFill>
          <a:latin typeface="+mn-cs"/>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B8BB59-C5E0-4E56-830B-F6EAB602D16F}"/>
              </a:ext>
            </a:extLst>
          </p:cNvPr>
          <p:cNvSpPr>
            <a:spLocks noGrp="1"/>
          </p:cNvSpPr>
          <p:nvPr>
            <p:ph type="title"/>
          </p:nvPr>
        </p:nvSpPr>
        <p:spPr>
          <a:xfrm>
            <a:off x="691515" y="827618"/>
            <a:ext cx="8675370" cy="3004609"/>
          </a:xfrm>
          <a:prstGeom prst="rect">
            <a:avLst/>
          </a:prstGeom>
        </p:spPr>
        <p:txBody>
          <a:bodyPr vert="horz" lIns="91440" tIns="45720" rIns="91440" bIns="45720" rtlCol="0" anchor="ctr">
            <a:normAutofit/>
          </a:bodyPr>
          <a:lstStyle>
            <a:defPPr>
              <a:defRPr lang="ru-RU"/>
            </a:defPPr>
          </a:lstStyle>
          <a:p>
            <a:pPr rtl="0"/>
            <a:r>
              <a:rPr lang="ru-RU" noProof="0" dirty="0"/>
              <a:t>Образец заголовка</a:t>
            </a:r>
          </a:p>
        </p:txBody>
      </p:sp>
      <p:sp>
        <p:nvSpPr>
          <p:cNvPr id="3" name="Текст 2">
            <a:extLst>
              <a:ext uri="{FF2B5EF4-FFF2-40B4-BE49-F238E27FC236}">
                <a16:creationId xmlns:a16="http://schemas.microsoft.com/office/drawing/2014/main" id="{1769A6F6-B30D-495C-9CF9-FD25CCC335DB}"/>
              </a:ext>
            </a:extLst>
          </p:cNvPr>
          <p:cNvSpPr>
            <a:spLocks noGrp="1"/>
          </p:cNvSpPr>
          <p:nvPr>
            <p:ph type="body" idx="1"/>
          </p:nvPr>
        </p:nvSpPr>
        <p:spPr>
          <a:xfrm>
            <a:off x="691515" y="4138083"/>
            <a:ext cx="8675370" cy="9863033"/>
          </a:xfrm>
          <a:prstGeom prst="rect">
            <a:avLst/>
          </a:prstGeom>
        </p:spPr>
        <p:txBody>
          <a:bodyPr vert="horz" lIns="91440" tIns="45720" rIns="91440" bIns="45720" rtlCol="0">
            <a:normAutofit/>
          </a:bodyPr>
          <a:lstStyle>
            <a:defPPr>
              <a:defRPr lang="ru-RU"/>
            </a:defPPr>
          </a:lstStyle>
          <a:p>
            <a:pPr lvl="0" rtl="0"/>
            <a:r>
              <a:rPr lang="ru-RU" noProof="0" dirty="0"/>
              <a:t>Щелкните, чтобы изменить стили текста образца слайда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4" name="Дата 3">
            <a:extLst>
              <a:ext uri="{FF2B5EF4-FFF2-40B4-BE49-F238E27FC236}">
                <a16:creationId xmlns:a16="http://schemas.microsoft.com/office/drawing/2014/main" id="{07EA62D8-2AC3-41D6-9924-454F7E546F9E}"/>
              </a:ext>
            </a:extLst>
          </p:cNvPr>
          <p:cNvSpPr>
            <a:spLocks noGrp="1"/>
          </p:cNvSpPr>
          <p:nvPr>
            <p:ph type="dt" sz="half" idx="2"/>
          </p:nvPr>
        </p:nvSpPr>
        <p:spPr>
          <a:xfrm>
            <a:off x="691515" y="14407728"/>
            <a:ext cx="2263140" cy="827617"/>
          </a:xfrm>
          <a:prstGeom prst="rect">
            <a:avLst/>
          </a:prstGeom>
        </p:spPr>
        <p:txBody>
          <a:bodyPr vert="horz" lIns="91440" tIns="45720" rIns="91440" bIns="45720" rtlCol="0" anchor="ctr"/>
          <a:lstStyle>
            <a:lvl1pPr algn="l">
              <a:defRPr lang="ru-RU" sz="2720">
                <a:solidFill>
                  <a:schemeClr val="tx1">
                    <a:tint val="75000"/>
                  </a:schemeClr>
                </a:solidFill>
              </a:defRPr>
            </a:lvl1pPr>
          </a:lstStyle>
          <a:p>
            <a:pPr rtl="0"/>
            <a:fld id="{75D6E842-4382-4A17-B13C-24A8510EEE98}" type="datetime1">
              <a:rPr lang="ru-RU" noProof="0" smtClean="0"/>
              <a:t>23.09.2026</a:t>
            </a:fld>
            <a:endParaRPr lang="ru-RU" noProof="0" dirty="0"/>
          </a:p>
        </p:txBody>
      </p:sp>
      <p:sp>
        <p:nvSpPr>
          <p:cNvPr id="5" name="Нижний колонтитул 4">
            <a:extLst>
              <a:ext uri="{FF2B5EF4-FFF2-40B4-BE49-F238E27FC236}">
                <a16:creationId xmlns:a16="http://schemas.microsoft.com/office/drawing/2014/main" id="{3BDC428A-9D7A-424D-A86C-DF7573D5216E}"/>
              </a:ext>
            </a:extLst>
          </p:cNvPr>
          <p:cNvSpPr>
            <a:spLocks noGrp="1"/>
          </p:cNvSpPr>
          <p:nvPr>
            <p:ph type="ftr" sz="quarter" idx="3"/>
          </p:nvPr>
        </p:nvSpPr>
        <p:spPr>
          <a:xfrm>
            <a:off x="3331845" y="14407728"/>
            <a:ext cx="3394710" cy="827617"/>
          </a:xfrm>
          <a:prstGeom prst="rect">
            <a:avLst/>
          </a:prstGeom>
        </p:spPr>
        <p:txBody>
          <a:bodyPr vert="horz" lIns="91440" tIns="45720" rIns="91440" bIns="45720" rtlCol="0" anchor="ctr"/>
          <a:lstStyle>
            <a:lvl1pPr algn="ctr">
              <a:defRPr lang="ru-RU" sz="2720">
                <a:solidFill>
                  <a:schemeClr val="tx1">
                    <a:tint val="75000"/>
                  </a:schemeClr>
                </a:solidFill>
              </a:defRPr>
            </a:lvl1pPr>
          </a:lstStyle>
          <a:p>
            <a:pPr rtl="0"/>
            <a:endParaRPr lang="ru-RU" noProof="0" dirty="0"/>
          </a:p>
        </p:txBody>
      </p:sp>
      <p:sp>
        <p:nvSpPr>
          <p:cNvPr id="6" name="Номер слайда 5">
            <a:extLst>
              <a:ext uri="{FF2B5EF4-FFF2-40B4-BE49-F238E27FC236}">
                <a16:creationId xmlns:a16="http://schemas.microsoft.com/office/drawing/2014/main" id="{30D38652-A425-43EC-AC4C-D6A243718EDB}"/>
              </a:ext>
            </a:extLst>
          </p:cNvPr>
          <p:cNvSpPr>
            <a:spLocks noGrp="1"/>
          </p:cNvSpPr>
          <p:nvPr>
            <p:ph type="sldNum" sz="quarter" idx="4"/>
          </p:nvPr>
        </p:nvSpPr>
        <p:spPr>
          <a:xfrm>
            <a:off x="7103745" y="14407728"/>
            <a:ext cx="2263140" cy="827617"/>
          </a:xfrm>
          <a:prstGeom prst="rect">
            <a:avLst/>
          </a:prstGeom>
        </p:spPr>
        <p:txBody>
          <a:bodyPr vert="horz" lIns="91440" tIns="45720" rIns="91440" bIns="45720" rtlCol="0" anchor="ctr"/>
          <a:lstStyle>
            <a:lvl1pPr algn="r">
              <a:defRPr lang="ru-RU" sz="2720">
                <a:solidFill>
                  <a:schemeClr val="tx1">
                    <a:tint val="75000"/>
                  </a:schemeClr>
                </a:solidFill>
              </a:defRPr>
            </a:lvl1pPr>
          </a:lstStyle>
          <a:p>
            <a:pPr rtl="0"/>
            <a:fld id="{30F19B87-8C30-407C-BB16-41234FD6E1B9}" type="slidenum">
              <a:rPr lang="ru-RU" noProof="0" smtClean="0"/>
              <a:t>‹#›</a:t>
            </a:fld>
            <a:endParaRPr lang="ru-RU" noProof="0" dirty="0"/>
          </a:p>
        </p:txBody>
      </p:sp>
    </p:spTree>
    <p:extLst>
      <p:ext uri="{BB962C8B-B14F-4D97-AF65-F5344CB8AC3E}">
        <p14:creationId xmlns:p14="http://schemas.microsoft.com/office/powerpoint/2010/main" val="1514476702"/>
      </p:ext>
    </p:extLst>
  </p:cSld>
  <p:clrMap bg1="lt1" tx1="dk1" bg2="lt2" tx2="dk2" accent1="accent1" accent2="accent2" accent3="accent3" accent4="accent4" accent5="accent5" accent6="accent6" hlink="hlink" folHlink="folHlink"/>
  <p:sldLayoutIdLst>
    <p:sldLayoutId id="2147483655" r:id="rId1"/>
  </p:sldLayoutIdLst>
  <p:hf sldNum="0" hdr="0" ftr="0" dt="0"/>
  <p:txStyles>
    <p:titleStyle>
      <a:lvl1pPr algn="l" defTabSz="2072670" rtl="0" eaLnBrk="1" latinLnBrk="0" hangingPunct="1">
        <a:lnSpc>
          <a:spcPct val="90000"/>
        </a:lnSpc>
        <a:spcBef>
          <a:spcPct val="0"/>
        </a:spcBef>
        <a:buNone/>
        <a:defRPr lang="ru-RU" sz="9973" b="1" kern="1200">
          <a:solidFill>
            <a:schemeClr val="tx1"/>
          </a:solidFill>
          <a:latin typeface="+mj-lt"/>
          <a:ea typeface="+mj-ea"/>
          <a:cs typeface="+mj-cs"/>
        </a:defRPr>
      </a:lvl1pPr>
    </p:titleStyle>
    <p:bodyStyle>
      <a:lvl1pPr marL="518168" indent="-518168" algn="l" defTabSz="2072670" rtl="0" eaLnBrk="1" latinLnBrk="0" hangingPunct="1">
        <a:lnSpc>
          <a:spcPct val="90000"/>
        </a:lnSpc>
        <a:spcBef>
          <a:spcPts val="2267"/>
        </a:spcBef>
        <a:buFont typeface="Arial" panose="020B0604020202020204" pitchFamily="34" charset="0"/>
        <a:buChar char="•"/>
        <a:defRPr lang="ru-RU" sz="6347" kern="1200">
          <a:solidFill>
            <a:schemeClr val="tx1"/>
          </a:solidFill>
          <a:latin typeface="+mn-lt"/>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lt"/>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lt"/>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lt"/>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lt"/>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lt"/>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lt"/>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lt"/>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lt"/>
          <a:ea typeface="+mn-ea"/>
          <a:cs typeface="+mn-cs"/>
        </a:defRPr>
      </a:lvl9pPr>
    </p:bodyStyle>
    <p:otherStyle>
      <a:defPPr>
        <a:defRPr lang="ru-RU"/>
      </a:defPPr>
      <a:lvl1pPr marL="0" algn="l" defTabSz="2072670" rtl="0" eaLnBrk="1" latinLnBrk="0" hangingPunct="1">
        <a:defRPr lang="ru-RU" sz="4080" kern="1200">
          <a:solidFill>
            <a:schemeClr val="tx1"/>
          </a:solidFill>
          <a:latin typeface="+mn-lt"/>
          <a:ea typeface="+mn-ea"/>
          <a:cs typeface="+mn-cs"/>
        </a:defRPr>
      </a:lvl1pPr>
      <a:lvl2pPr marL="1036335" algn="l" defTabSz="2072670" rtl="0" eaLnBrk="1" latinLnBrk="0" hangingPunct="1">
        <a:defRPr lang="ru-RU" sz="4080" kern="1200">
          <a:solidFill>
            <a:schemeClr val="tx1"/>
          </a:solidFill>
          <a:latin typeface="+mn-lt"/>
          <a:ea typeface="+mn-ea"/>
          <a:cs typeface="+mn-cs"/>
        </a:defRPr>
      </a:lvl2pPr>
      <a:lvl3pPr marL="2072670" algn="l" defTabSz="2072670" rtl="0" eaLnBrk="1" latinLnBrk="0" hangingPunct="1">
        <a:defRPr lang="ru-RU" sz="4080" kern="1200">
          <a:solidFill>
            <a:schemeClr val="tx1"/>
          </a:solidFill>
          <a:latin typeface="+mn-lt"/>
          <a:ea typeface="+mn-ea"/>
          <a:cs typeface="+mn-cs"/>
        </a:defRPr>
      </a:lvl3pPr>
      <a:lvl4pPr marL="3109006" algn="l" defTabSz="2072670" rtl="0" eaLnBrk="1" latinLnBrk="0" hangingPunct="1">
        <a:defRPr lang="ru-RU" sz="4080" kern="1200">
          <a:solidFill>
            <a:schemeClr val="tx1"/>
          </a:solidFill>
          <a:latin typeface="+mn-lt"/>
          <a:ea typeface="+mn-ea"/>
          <a:cs typeface="+mn-cs"/>
        </a:defRPr>
      </a:lvl4pPr>
      <a:lvl5pPr marL="4145341" algn="l" defTabSz="2072670" rtl="0" eaLnBrk="1" latinLnBrk="0" hangingPunct="1">
        <a:defRPr lang="ru-RU" sz="4080" kern="1200">
          <a:solidFill>
            <a:schemeClr val="tx1"/>
          </a:solidFill>
          <a:latin typeface="+mn-lt"/>
          <a:ea typeface="+mn-ea"/>
          <a:cs typeface="+mn-cs"/>
        </a:defRPr>
      </a:lvl5pPr>
      <a:lvl6pPr marL="5181676" algn="l" defTabSz="2072670" rtl="0" eaLnBrk="1" latinLnBrk="0" hangingPunct="1">
        <a:defRPr lang="ru-RU" sz="4080" kern="1200">
          <a:solidFill>
            <a:schemeClr val="tx1"/>
          </a:solidFill>
          <a:latin typeface="+mn-lt"/>
          <a:ea typeface="+mn-ea"/>
          <a:cs typeface="+mn-cs"/>
        </a:defRPr>
      </a:lvl6pPr>
      <a:lvl7pPr marL="6218011" algn="l" defTabSz="2072670" rtl="0" eaLnBrk="1" latinLnBrk="0" hangingPunct="1">
        <a:defRPr lang="ru-RU" sz="4080" kern="1200">
          <a:solidFill>
            <a:schemeClr val="tx1"/>
          </a:solidFill>
          <a:latin typeface="+mn-lt"/>
          <a:ea typeface="+mn-ea"/>
          <a:cs typeface="+mn-cs"/>
        </a:defRPr>
      </a:lvl7pPr>
      <a:lvl8pPr marL="7254347" algn="l" defTabSz="2072670" rtl="0" eaLnBrk="1" latinLnBrk="0" hangingPunct="1">
        <a:defRPr lang="ru-RU" sz="4080" kern="1200">
          <a:solidFill>
            <a:schemeClr val="tx1"/>
          </a:solidFill>
          <a:latin typeface="+mn-lt"/>
          <a:ea typeface="+mn-ea"/>
          <a:cs typeface="+mn-cs"/>
        </a:defRPr>
      </a:lvl8pPr>
      <a:lvl9pPr marL="8290682" algn="l" defTabSz="2072670" rtl="0" eaLnBrk="1" latinLnBrk="0" hangingPunct="1">
        <a:defRPr lang="ru-RU" sz="408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B8BB59-C5E0-4E56-830B-F6EAB602D16F}"/>
              </a:ext>
            </a:extLst>
          </p:cNvPr>
          <p:cNvSpPr>
            <a:spLocks noGrp="1"/>
          </p:cNvSpPr>
          <p:nvPr>
            <p:ph type="title"/>
          </p:nvPr>
        </p:nvSpPr>
        <p:spPr>
          <a:xfrm>
            <a:off x="691515" y="827618"/>
            <a:ext cx="8675370" cy="3004609"/>
          </a:xfrm>
          <a:prstGeom prst="rect">
            <a:avLst/>
          </a:prstGeom>
        </p:spPr>
        <p:txBody>
          <a:bodyPr vert="horz" lIns="91440" tIns="45720" rIns="91440" bIns="45720" rtlCol="0" anchor="ctr">
            <a:normAutofit/>
          </a:bodyPr>
          <a:lstStyle>
            <a:defPPr>
              <a:defRPr lang="ru-RU"/>
            </a:defPPr>
          </a:lstStyle>
          <a:p>
            <a:pPr rtl="0"/>
            <a:r>
              <a:rPr lang="ru-RU" noProof="0" dirty="0"/>
              <a:t>Образец заголовка</a:t>
            </a:r>
          </a:p>
        </p:txBody>
      </p:sp>
      <p:sp>
        <p:nvSpPr>
          <p:cNvPr id="3" name="Текст 2">
            <a:extLst>
              <a:ext uri="{FF2B5EF4-FFF2-40B4-BE49-F238E27FC236}">
                <a16:creationId xmlns:a16="http://schemas.microsoft.com/office/drawing/2014/main" id="{1769A6F6-B30D-495C-9CF9-FD25CCC335DB}"/>
              </a:ext>
            </a:extLst>
          </p:cNvPr>
          <p:cNvSpPr>
            <a:spLocks noGrp="1"/>
          </p:cNvSpPr>
          <p:nvPr>
            <p:ph type="body" idx="1"/>
          </p:nvPr>
        </p:nvSpPr>
        <p:spPr>
          <a:xfrm>
            <a:off x="691515" y="4138083"/>
            <a:ext cx="8675370" cy="9863033"/>
          </a:xfrm>
          <a:prstGeom prst="rect">
            <a:avLst/>
          </a:prstGeom>
        </p:spPr>
        <p:txBody>
          <a:bodyPr vert="horz" lIns="91440" tIns="45720" rIns="91440" bIns="45720" rtlCol="0">
            <a:normAutofit/>
          </a:bodyPr>
          <a:lstStyle>
            <a:defPPr>
              <a:defRPr lang="ru-RU"/>
            </a:defPPr>
          </a:lstStyle>
          <a:p>
            <a:pPr lvl="0" rtl="0"/>
            <a:r>
              <a:rPr lang="ru-RU" noProof="0" dirty="0"/>
              <a:t>Щелкните, чтобы изменить стили текста образца слайда</a:t>
            </a:r>
          </a:p>
          <a:p>
            <a:pPr lvl="1" rtl="0"/>
            <a:r>
              <a:rPr lang="ru-RU" noProof="0" dirty="0"/>
              <a:t>Второй уровень</a:t>
            </a:r>
          </a:p>
          <a:p>
            <a:pPr lvl="2" rtl="0"/>
            <a:r>
              <a:rPr lang="ru-RU" noProof="0" dirty="0"/>
              <a:t>Третий уровень</a:t>
            </a:r>
          </a:p>
          <a:p>
            <a:pPr lvl="3" rtl="0"/>
            <a:r>
              <a:rPr lang="ru-RU" noProof="0" dirty="0"/>
              <a:t>Четвертый уровень</a:t>
            </a:r>
          </a:p>
          <a:p>
            <a:pPr lvl="4" rtl="0"/>
            <a:r>
              <a:rPr lang="ru-RU" noProof="0" dirty="0"/>
              <a:t>Пятый уровень</a:t>
            </a:r>
          </a:p>
        </p:txBody>
      </p:sp>
      <p:sp>
        <p:nvSpPr>
          <p:cNvPr id="4" name="Дата 3">
            <a:extLst>
              <a:ext uri="{FF2B5EF4-FFF2-40B4-BE49-F238E27FC236}">
                <a16:creationId xmlns:a16="http://schemas.microsoft.com/office/drawing/2014/main" id="{07EA62D8-2AC3-41D6-9924-454F7E546F9E}"/>
              </a:ext>
            </a:extLst>
          </p:cNvPr>
          <p:cNvSpPr>
            <a:spLocks noGrp="1"/>
          </p:cNvSpPr>
          <p:nvPr>
            <p:ph type="dt" sz="half" idx="2"/>
          </p:nvPr>
        </p:nvSpPr>
        <p:spPr>
          <a:xfrm>
            <a:off x="691515" y="14407728"/>
            <a:ext cx="2263140" cy="827617"/>
          </a:xfrm>
          <a:prstGeom prst="rect">
            <a:avLst/>
          </a:prstGeom>
        </p:spPr>
        <p:txBody>
          <a:bodyPr vert="horz" lIns="91440" tIns="45720" rIns="91440" bIns="45720" rtlCol="0" anchor="ctr"/>
          <a:lstStyle>
            <a:lvl1pPr algn="l">
              <a:defRPr lang="ru-RU" sz="2720">
                <a:solidFill>
                  <a:schemeClr val="tx1">
                    <a:tint val="75000"/>
                  </a:schemeClr>
                </a:solidFill>
              </a:defRPr>
            </a:lvl1pPr>
          </a:lstStyle>
          <a:p>
            <a:pPr rtl="0"/>
            <a:fld id="{67FD9B9E-5FAC-438C-9C5D-823617FC519E}" type="datetime1">
              <a:rPr lang="ru-RU" noProof="0" smtClean="0"/>
              <a:t>23.09.2026</a:t>
            </a:fld>
            <a:endParaRPr lang="ru-RU" noProof="0" dirty="0"/>
          </a:p>
        </p:txBody>
      </p:sp>
      <p:sp>
        <p:nvSpPr>
          <p:cNvPr id="5" name="Нижний колонтитул 4">
            <a:extLst>
              <a:ext uri="{FF2B5EF4-FFF2-40B4-BE49-F238E27FC236}">
                <a16:creationId xmlns:a16="http://schemas.microsoft.com/office/drawing/2014/main" id="{3BDC428A-9D7A-424D-A86C-DF7573D5216E}"/>
              </a:ext>
            </a:extLst>
          </p:cNvPr>
          <p:cNvSpPr>
            <a:spLocks noGrp="1"/>
          </p:cNvSpPr>
          <p:nvPr>
            <p:ph type="ftr" sz="quarter" idx="3"/>
          </p:nvPr>
        </p:nvSpPr>
        <p:spPr>
          <a:xfrm>
            <a:off x="3331845" y="14407728"/>
            <a:ext cx="3394710" cy="827617"/>
          </a:xfrm>
          <a:prstGeom prst="rect">
            <a:avLst/>
          </a:prstGeom>
        </p:spPr>
        <p:txBody>
          <a:bodyPr vert="horz" lIns="91440" tIns="45720" rIns="91440" bIns="45720" rtlCol="0" anchor="ctr"/>
          <a:lstStyle>
            <a:lvl1pPr algn="ctr">
              <a:defRPr lang="ru-RU" sz="2720">
                <a:solidFill>
                  <a:schemeClr val="tx1">
                    <a:tint val="75000"/>
                  </a:schemeClr>
                </a:solidFill>
              </a:defRPr>
            </a:lvl1pPr>
          </a:lstStyle>
          <a:p>
            <a:pPr rtl="0"/>
            <a:endParaRPr lang="ru-RU" noProof="0" dirty="0"/>
          </a:p>
        </p:txBody>
      </p:sp>
      <p:sp>
        <p:nvSpPr>
          <p:cNvPr id="6" name="Номер слайда 5">
            <a:extLst>
              <a:ext uri="{FF2B5EF4-FFF2-40B4-BE49-F238E27FC236}">
                <a16:creationId xmlns:a16="http://schemas.microsoft.com/office/drawing/2014/main" id="{30D38652-A425-43EC-AC4C-D6A243718EDB}"/>
              </a:ext>
            </a:extLst>
          </p:cNvPr>
          <p:cNvSpPr>
            <a:spLocks noGrp="1"/>
          </p:cNvSpPr>
          <p:nvPr>
            <p:ph type="sldNum" sz="quarter" idx="4"/>
          </p:nvPr>
        </p:nvSpPr>
        <p:spPr>
          <a:xfrm>
            <a:off x="7103745" y="14407728"/>
            <a:ext cx="2263140" cy="827617"/>
          </a:xfrm>
          <a:prstGeom prst="rect">
            <a:avLst/>
          </a:prstGeom>
        </p:spPr>
        <p:txBody>
          <a:bodyPr vert="horz" lIns="91440" tIns="45720" rIns="91440" bIns="45720" rtlCol="0" anchor="ctr"/>
          <a:lstStyle>
            <a:lvl1pPr algn="r">
              <a:defRPr lang="ru-RU" sz="2720">
                <a:solidFill>
                  <a:schemeClr val="tx1">
                    <a:tint val="75000"/>
                  </a:schemeClr>
                </a:solidFill>
              </a:defRPr>
            </a:lvl1pPr>
          </a:lstStyle>
          <a:p>
            <a:pPr rtl="0"/>
            <a:fld id="{30F19B87-8C30-407C-BB16-41234FD6E1B9}" type="slidenum">
              <a:rPr lang="ru-RU" noProof="0" smtClean="0"/>
              <a:t>‹#›</a:t>
            </a:fld>
            <a:endParaRPr lang="ru-RU" noProof="0" dirty="0"/>
          </a:p>
        </p:txBody>
      </p:sp>
    </p:spTree>
    <p:extLst>
      <p:ext uri="{BB962C8B-B14F-4D97-AF65-F5344CB8AC3E}">
        <p14:creationId xmlns:p14="http://schemas.microsoft.com/office/powerpoint/2010/main" val="2627230406"/>
      </p:ext>
    </p:extLst>
  </p:cSld>
  <p:clrMap bg1="lt1" tx1="dk1" bg2="lt2" tx2="dk2" accent1="accent1" accent2="accent2" accent3="accent3" accent4="accent4" accent5="accent5" accent6="accent6" hlink="hlink" folHlink="folHlink"/>
  <p:sldLayoutIdLst>
    <p:sldLayoutId id="2147483657" r:id="rId1"/>
  </p:sldLayoutIdLst>
  <p:hf sldNum="0" hdr="0" ftr="0" dt="0"/>
  <p:txStyles>
    <p:titleStyle>
      <a:lvl1pPr algn="l" defTabSz="2072670" rtl="0" eaLnBrk="1" latinLnBrk="0" hangingPunct="1">
        <a:lnSpc>
          <a:spcPct val="90000"/>
        </a:lnSpc>
        <a:spcBef>
          <a:spcPct val="0"/>
        </a:spcBef>
        <a:buNone/>
        <a:defRPr lang="ru-RU" sz="9973" kern="1200">
          <a:solidFill>
            <a:schemeClr val="tx1"/>
          </a:solidFill>
          <a:latin typeface="+mj-cs"/>
          <a:ea typeface="+mj-ea"/>
          <a:cs typeface="+mj-cs"/>
        </a:defRPr>
      </a:lvl1pPr>
    </p:titleStyle>
    <p:bodyStyle>
      <a:lvl1pPr marL="518168" indent="-518168" algn="l" defTabSz="2072670" rtl="0" eaLnBrk="1" latinLnBrk="0" hangingPunct="1">
        <a:lnSpc>
          <a:spcPct val="90000"/>
        </a:lnSpc>
        <a:spcBef>
          <a:spcPts val="2267"/>
        </a:spcBef>
        <a:buFont typeface="Arial" panose="020B0604020202020204" pitchFamily="34" charset="0"/>
        <a:buChar char="•"/>
        <a:defRPr lang="ru-RU" sz="6347" kern="1200">
          <a:solidFill>
            <a:schemeClr val="tx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p:bodyStyle>
    <p:otherStyle>
      <a:defPPr>
        <a:defRPr lang="ru-RU"/>
      </a:defPPr>
      <a:lvl1pPr marL="0" algn="l" defTabSz="2072670" rtl="0" eaLnBrk="1" latinLnBrk="0" hangingPunct="1">
        <a:defRPr lang="ru-RU" sz="4080" kern="1200">
          <a:solidFill>
            <a:schemeClr val="tx1"/>
          </a:solidFill>
          <a:latin typeface="+mn-cs"/>
          <a:ea typeface="+mn-ea"/>
          <a:cs typeface="+mn-cs"/>
        </a:defRPr>
      </a:lvl1pPr>
      <a:lvl2pPr marL="1036335" algn="l" defTabSz="2072670" rtl="0" eaLnBrk="1" latinLnBrk="0" hangingPunct="1">
        <a:defRPr lang="ru-RU" sz="4080" kern="1200">
          <a:solidFill>
            <a:schemeClr val="tx1"/>
          </a:solidFill>
          <a:latin typeface="+mn-cs"/>
          <a:ea typeface="+mn-ea"/>
          <a:cs typeface="+mn-cs"/>
        </a:defRPr>
      </a:lvl2pPr>
      <a:lvl3pPr marL="2072670" algn="l" defTabSz="2072670" rtl="0" eaLnBrk="1" latinLnBrk="0" hangingPunct="1">
        <a:defRPr lang="ru-RU" sz="4080" kern="1200">
          <a:solidFill>
            <a:schemeClr val="tx1"/>
          </a:solidFill>
          <a:latin typeface="+mn-cs"/>
          <a:ea typeface="+mn-ea"/>
          <a:cs typeface="+mn-cs"/>
        </a:defRPr>
      </a:lvl3pPr>
      <a:lvl4pPr marL="3109006" algn="l" defTabSz="2072670" rtl="0" eaLnBrk="1" latinLnBrk="0" hangingPunct="1">
        <a:defRPr lang="ru-RU" sz="4080" kern="1200">
          <a:solidFill>
            <a:schemeClr val="tx1"/>
          </a:solidFill>
          <a:latin typeface="+mn-cs"/>
          <a:ea typeface="+mn-ea"/>
          <a:cs typeface="+mn-cs"/>
        </a:defRPr>
      </a:lvl4pPr>
      <a:lvl5pPr marL="4145341" algn="l" defTabSz="2072670" rtl="0" eaLnBrk="1" latinLnBrk="0" hangingPunct="1">
        <a:defRPr lang="ru-RU" sz="4080" kern="1200">
          <a:solidFill>
            <a:schemeClr val="tx1"/>
          </a:solidFill>
          <a:latin typeface="+mn-cs"/>
          <a:ea typeface="+mn-ea"/>
          <a:cs typeface="+mn-cs"/>
        </a:defRPr>
      </a:lvl5pPr>
      <a:lvl6pPr marL="5181676" algn="l" defTabSz="2072670" rtl="0" eaLnBrk="1" latinLnBrk="0" hangingPunct="1">
        <a:defRPr lang="ru-RU" sz="4080" kern="1200">
          <a:solidFill>
            <a:schemeClr val="tx1"/>
          </a:solidFill>
          <a:latin typeface="+mn-cs"/>
          <a:ea typeface="+mn-ea"/>
          <a:cs typeface="+mn-cs"/>
        </a:defRPr>
      </a:lvl6pPr>
      <a:lvl7pPr marL="6218011" algn="l" defTabSz="2072670" rtl="0" eaLnBrk="1" latinLnBrk="0" hangingPunct="1">
        <a:defRPr lang="ru-RU" sz="4080" kern="1200">
          <a:solidFill>
            <a:schemeClr val="tx1"/>
          </a:solidFill>
          <a:latin typeface="+mn-cs"/>
          <a:ea typeface="+mn-ea"/>
          <a:cs typeface="+mn-cs"/>
        </a:defRPr>
      </a:lvl7pPr>
      <a:lvl8pPr marL="7254347" algn="l" defTabSz="2072670" rtl="0" eaLnBrk="1" latinLnBrk="0" hangingPunct="1">
        <a:defRPr lang="ru-RU" sz="4080" kern="1200">
          <a:solidFill>
            <a:schemeClr val="tx1"/>
          </a:solidFill>
          <a:latin typeface="+mn-cs"/>
          <a:ea typeface="+mn-ea"/>
          <a:cs typeface="+mn-cs"/>
        </a:defRPr>
      </a:lvl8pPr>
      <a:lvl9pPr marL="8290682" algn="l" defTabSz="2072670" rtl="0" eaLnBrk="1" latinLnBrk="0" hangingPunct="1">
        <a:defRPr lang="ru-RU" sz="4080" kern="1200">
          <a:solidFill>
            <a:schemeClr val="tx1"/>
          </a:solidFill>
          <a:latin typeface="+mn-cs"/>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B8BB59-C5E0-4E56-830B-F6EAB602D16F}"/>
              </a:ext>
            </a:extLst>
          </p:cNvPr>
          <p:cNvSpPr>
            <a:spLocks noGrp="1"/>
          </p:cNvSpPr>
          <p:nvPr>
            <p:ph type="title"/>
          </p:nvPr>
        </p:nvSpPr>
        <p:spPr>
          <a:xfrm>
            <a:off x="691515" y="827618"/>
            <a:ext cx="8675370" cy="3004609"/>
          </a:xfrm>
          <a:prstGeom prst="rect">
            <a:avLst/>
          </a:prstGeom>
        </p:spPr>
        <p:txBody>
          <a:bodyPr vert="horz" lIns="91440" tIns="45720" rIns="91440" bIns="45720" rtlCol="0" anchor="ctr">
            <a:normAutofit/>
          </a:bodyPr>
          <a:lstStyle>
            <a:defPPr>
              <a:defRPr lang="ru-RU"/>
            </a:defPPr>
          </a:lstStyle>
          <a:p>
            <a:pPr rtl="0"/>
            <a:r>
              <a:rPr lang="ru-RU" noProof="0" dirty="0"/>
              <a:t>Образец заголовка</a:t>
            </a:r>
          </a:p>
        </p:txBody>
      </p:sp>
      <p:sp>
        <p:nvSpPr>
          <p:cNvPr id="3" name="Текст 2">
            <a:extLst>
              <a:ext uri="{FF2B5EF4-FFF2-40B4-BE49-F238E27FC236}">
                <a16:creationId xmlns:a16="http://schemas.microsoft.com/office/drawing/2014/main" id="{1769A6F6-B30D-495C-9CF9-FD25CCC335DB}"/>
              </a:ext>
            </a:extLst>
          </p:cNvPr>
          <p:cNvSpPr>
            <a:spLocks noGrp="1"/>
          </p:cNvSpPr>
          <p:nvPr>
            <p:ph type="body" idx="1"/>
          </p:nvPr>
        </p:nvSpPr>
        <p:spPr>
          <a:xfrm>
            <a:off x="691515" y="4138083"/>
            <a:ext cx="8675370" cy="9863033"/>
          </a:xfrm>
          <a:prstGeom prst="rect">
            <a:avLst/>
          </a:prstGeom>
        </p:spPr>
        <p:txBody>
          <a:bodyPr vert="horz" lIns="91440" tIns="45720" rIns="91440" bIns="45720" rtlCol="0">
            <a:normAutofit/>
          </a:bodyPr>
          <a:lstStyle>
            <a:defPPr>
              <a:defRPr lang="ru-RU"/>
            </a:defPPr>
          </a:lstStyle>
          <a:p>
            <a:pPr lvl="0" rtl="0"/>
            <a:r>
              <a:rPr lang="ru-RU" b="1" i="1" noProof="0" dirty="0"/>
              <a:t>Щелкните, чтобы изменить стили текста образца слайда</a:t>
            </a:r>
          </a:p>
          <a:p>
            <a:pPr lvl="1" rtl="0"/>
            <a:r>
              <a:rPr lang="ru-RU" b="1" i="1" noProof="0" dirty="0"/>
              <a:t>Второй уровень</a:t>
            </a:r>
          </a:p>
          <a:p>
            <a:pPr lvl="2" rtl="0"/>
            <a:r>
              <a:rPr lang="ru-RU" b="1" i="1" noProof="0" dirty="0"/>
              <a:t>Третий уровень</a:t>
            </a:r>
          </a:p>
          <a:p>
            <a:pPr lvl="3" rtl="0"/>
            <a:r>
              <a:rPr lang="ru-RU" b="1" i="1" noProof="0" dirty="0"/>
              <a:t>Четвертый уровень</a:t>
            </a:r>
          </a:p>
          <a:p>
            <a:pPr lvl="4" rtl="0"/>
            <a:r>
              <a:rPr lang="ru-RU" b="1" i="1" noProof="0" dirty="0"/>
              <a:t>Пятый уровень</a:t>
            </a:r>
          </a:p>
        </p:txBody>
      </p:sp>
      <p:sp>
        <p:nvSpPr>
          <p:cNvPr id="4" name="Дата 3">
            <a:extLst>
              <a:ext uri="{FF2B5EF4-FFF2-40B4-BE49-F238E27FC236}">
                <a16:creationId xmlns:a16="http://schemas.microsoft.com/office/drawing/2014/main" id="{07EA62D8-2AC3-41D6-9924-454F7E546F9E}"/>
              </a:ext>
            </a:extLst>
          </p:cNvPr>
          <p:cNvSpPr>
            <a:spLocks noGrp="1"/>
          </p:cNvSpPr>
          <p:nvPr>
            <p:ph type="dt" sz="half" idx="2"/>
          </p:nvPr>
        </p:nvSpPr>
        <p:spPr>
          <a:xfrm>
            <a:off x="691515" y="14407728"/>
            <a:ext cx="2263140" cy="827617"/>
          </a:xfrm>
          <a:prstGeom prst="rect">
            <a:avLst/>
          </a:prstGeom>
        </p:spPr>
        <p:txBody>
          <a:bodyPr vert="horz" lIns="91440" tIns="45720" rIns="91440" bIns="45720" rtlCol="0" anchor="ctr"/>
          <a:lstStyle>
            <a:lvl1pPr algn="l">
              <a:defRPr lang="ru-RU" sz="2720">
                <a:solidFill>
                  <a:schemeClr val="tx1">
                    <a:tint val="75000"/>
                  </a:schemeClr>
                </a:solidFill>
              </a:defRPr>
            </a:lvl1pPr>
          </a:lstStyle>
          <a:p>
            <a:pPr rtl="0"/>
            <a:fld id="{EEC6F370-67A8-4A48-8716-F5E2FCE8708C}" type="datetime1">
              <a:rPr lang="ru-RU" b="1" i="1" noProof="0" smtClean="0"/>
              <a:t>23.09.2026</a:t>
            </a:fld>
            <a:endParaRPr lang="ru-RU" b="1" i="1" noProof="0" dirty="0"/>
          </a:p>
        </p:txBody>
      </p:sp>
      <p:sp>
        <p:nvSpPr>
          <p:cNvPr id="5" name="Нижний колонтитул 4">
            <a:extLst>
              <a:ext uri="{FF2B5EF4-FFF2-40B4-BE49-F238E27FC236}">
                <a16:creationId xmlns:a16="http://schemas.microsoft.com/office/drawing/2014/main" id="{3BDC428A-9D7A-424D-A86C-DF7573D5216E}"/>
              </a:ext>
            </a:extLst>
          </p:cNvPr>
          <p:cNvSpPr>
            <a:spLocks noGrp="1"/>
          </p:cNvSpPr>
          <p:nvPr>
            <p:ph type="ftr" sz="quarter" idx="3"/>
          </p:nvPr>
        </p:nvSpPr>
        <p:spPr>
          <a:xfrm>
            <a:off x="3331845" y="14407728"/>
            <a:ext cx="3394710" cy="827617"/>
          </a:xfrm>
          <a:prstGeom prst="rect">
            <a:avLst/>
          </a:prstGeom>
        </p:spPr>
        <p:txBody>
          <a:bodyPr vert="horz" lIns="91440" tIns="45720" rIns="91440" bIns="45720" rtlCol="0" anchor="ctr"/>
          <a:lstStyle>
            <a:lvl1pPr algn="ctr">
              <a:defRPr lang="ru-RU" sz="2720">
                <a:solidFill>
                  <a:schemeClr val="tx1">
                    <a:tint val="75000"/>
                  </a:schemeClr>
                </a:solidFill>
              </a:defRPr>
            </a:lvl1pPr>
          </a:lstStyle>
          <a:p>
            <a:pPr rtl="0"/>
            <a:endParaRPr lang="ru-RU" b="1" i="1" noProof="0" dirty="0"/>
          </a:p>
        </p:txBody>
      </p:sp>
      <p:sp>
        <p:nvSpPr>
          <p:cNvPr id="6" name="Номер слайда 5">
            <a:extLst>
              <a:ext uri="{FF2B5EF4-FFF2-40B4-BE49-F238E27FC236}">
                <a16:creationId xmlns:a16="http://schemas.microsoft.com/office/drawing/2014/main" id="{30D38652-A425-43EC-AC4C-D6A243718EDB}"/>
              </a:ext>
            </a:extLst>
          </p:cNvPr>
          <p:cNvSpPr>
            <a:spLocks noGrp="1"/>
          </p:cNvSpPr>
          <p:nvPr>
            <p:ph type="sldNum" sz="quarter" idx="4"/>
          </p:nvPr>
        </p:nvSpPr>
        <p:spPr>
          <a:xfrm>
            <a:off x="7103745" y="14407728"/>
            <a:ext cx="2263140" cy="827617"/>
          </a:xfrm>
          <a:prstGeom prst="rect">
            <a:avLst/>
          </a:prstGeom>
        </p:spPr>
        <p:txBody>
          <a:bodyPr vert="horz" lIns="91440" tIns="45720" rIns="91440" bIns="45720" rtlCol="0" anchor="ctr"/>
          <a:lstStyle>
            <a:lvl1pPr algn="r">
              <a:defRPr lang="ru-RU" sz="2720">
                <a:solidFill>
                  <a:schemeClr val="tx1">
                    <a:tint val="75000"/>
                  </a:schemeClr>
                </a:solidFill>
              </a:defRPr>
            </a:lvl1pPr>
          </a:lstStyle>
          <a:p>
            <a:pPr rtl="0"/>
            <a:fld id="{30F19B87-8C30-407C-BB16-41234FD6E1B9}" type="slidenum">
              <a:rPr lang="ru-RU" b="1" i="1" noProof="0" smtClean="0"/>
              <a:t>‹#›</a:t>
            </a:fld>
            <a:endParaRPr lang="ru-RU" b="1" i="1" noProof="0" dirty="0"/>
          </a:p>
        </p:txBody>
      </p:sp>
    </p:spTree>
    <p:extLst>
      <p:ext uri="{BB962C8B-B14F-4D97-AF65-F5344CB8AC3E}">
        <p14:creationId xmlns:p14="http://schemas.microsoft.com/office/powerpoint/2010/main" val="250424086"/>
      </p:ext>
    </p:extLst>
  </p:cSld>
  <p:clrMap bg1="lt1" tx1="dk1" bg2="lt2" tx2="dk2" accent1="accent1" accent2="accent2" accent3="accent3" accent4="accent4" accent5="accent5" accent6="accent6" hlink="hlink" folHlink="folHlink"/>
  <p:sldLayoutIdLst>
    <p:sldLayoutId id="2147483659" r:id="rId1"/>
  </p:sldLayoutIdLst>
  <p:hf sldNum="0" hdr="0" ftr="0" dt="0"/>
  <p:txStyles>
    <p:titleStyle>
      <a:lvl1pPr algn="l" defTabSz="2072670" rtl="0" eaLnBrk="1" latinLnBrk="0" hangingPunct="1">
        <a:lnSpc>
          <a:spcPct val="90000"/>
        </a:lnSpc>
        <a:spcBef>
          <a:spcPct val="0"/>
        </a:spcBef>
        <a:buNone/>
        <a:defRPr lang="ru-RU" sz="9973" kern="1200">
          <a:solidFill>
            <a:schemeClr val="tx1"/>
          </a:solidFill>
          <a:latin typeface="+mj-cs"/>
          <a:ea typeface="+mj-ea"/>
          <a:cs typeface="+mj-cs"/>
        </a:defRPr>
      </a:lvl1pPr>
    </p:titleStyle>
    <p:bodyStyle>
      <a:lvl1pPr marL="518168" indent="-518168" algn="l" defTabSz="2072670" rtl="0" eaLnBrk="1" latinLnBrk="0" hangingPunct="1">
        <a:lnSpc>
          <a:spcPct val="90000"/>
        </a:lnSpc>
        <a:spcBef>
          <a:spcPts val="2267"/>
        </a:spcBef>
        <a:buFont typeface="Arial" panose="020B0604020202020204" pitchFamily="34" charset="0"/>
        <a:buChar char="•"/>
        <a:defRPr lang="ru-RU" sz="6347" b="1" i="1" kern="1200">
          <a:solidFill>
            <a:schemeClr val="tx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b="1" i="1"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b="1" i="1"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b="1" i="1"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b="1" i="1"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b="1" i="1"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b="1" i="1"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b="1" i="1"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b="1" i="1" kern="1200">
          <a:solidFill>
            <a:schemeClr val="tx1"/>
          </a:solidFill>
          <a:latin typeface="+mn-cs"/>
          <a:ea typeface="+mn-ea"/>
          <a:cs typeface="+mn-cs"/>
        </a:defRPr>
      </a:lvl9pPr>
    </p:bodyStyle>
    <p:otherStyle>
      <a:defPPr>
        <a:defRPr lang="ru-RU"/>
      </a:defPPr>
      <a:lvl1pPr marL="0" algn="l" defTabSz="2072670" rtl="0" eaLnBrk="1" latinLnBrk="0" hangingPunct="1">
        <a:defRPr lang="ru-RU" sz="4080" b="1" i="1" kern="1200">
          <a:solidFill>
            <a:schemeClr val="tx1"/>
          </a:solidFill>
          <a:latin typeface="+mn-cs"/>
          <a:ea typeface="+mn-ea"/>
          <a:cs typeface="+mn-cs"/>
        </a:defRPr>
      </a:lvl1pPr>
      <a:lvl2pPr marL="1036335" algn="l" defTabSz="2072670" rtl="0" eaLnBrk="1" latinLnBrk="0" hangingPunct="1">
        <a:defRPr lang="ru-RU" sz="4080" b="1" i="1" kern="1200">
          <a:solidFill>
            <a:schemeClr val="tx1"/>
          </a:solidFill>
          <a:latin typeface="+mn-cs"/>
          <a:ea typeface="+mn-ea"/>
          <a:cs typeface="+mn-cs"/>
        </a:defRPr>
      </a:lvl2pPr>
      <a:lvl3pPr marL="2072670" algn="l" defTabSz="2072670" rtl="0" eaLnBrk="1" latinLnBrk="0" hangingPunct="1">
        <a:defRPr lang="ru-RU" sz="4080" b="1" i="1" kern="1200">
          <a:solidFill>
            <a:schemeClr val="tx1"/>
          </a:solidFill>
          <a:latin typeface="+mn-cs"/>
          <a:ea typeface="+mn-ea"/>
          <a:cs typeface="+mn-cs"/>
        </a:defRPr>
      </a:lvl3pPr>
      <a:lvl4pPr marL="3109006" algn="l" defTabSz="2072670" rtl="0" eaLnBrk="1" latinLnBrk="0" hangingPunct="1">
        <a:defRPr lang="ru-RU" sz="4080" b="1" i="1" kern="1200">
          <a:solidFill>
            <a:schemeClr val="tx1"/>
          </a:solidFill>
          <a:latin typeface="+mn-cs"/>
          <a:ea typeface="+mn-ea"/>
          <a:cs typeface="+mn-cs"/>
        </a:defRPr>
      </a:lvl4pPr>
      <a:lvl5pPr marL="4145341" algn="l" defTabSz="2072670" rtl="0" eaLnBrk="1" latinLnBrk="0" hangingPunct="1">
        <a:defRPr lang="ru-RU" sz="4080" b="1" i="1" kern="1200">
          <a:solidFill>
            <a:schemeClr val="tx1"/>
          </a:solidFill>
          <a:latin typeface="+mn-cs"/>
          <a:ea typeface="+mn-ea"/>
          <a:cs typeface="+mn-cs"/>
        </a:defRPr>
      </a:lvl5pPr>
      <a:lvl6pPr marL="5181676" algn="l" defTabSz="2072670" rtl="0" eaLnBrk="1" latinLnBrk="0" hangingPunct="1">
        <a:defRPr lang="ru-RU" sz="4080" b="1" i="1" kern="1200">
          <a:solidFill>
            <a:schemeClr val="tx1"/>
          </a:solidFill>
          <a:latin typeface="+mn-cs"/>
          <a:ea typeface="+mn-ea"/>
          <a:cs typeface="+mn-cs"/>
        </a:defRPr>
      </a:lvl6pPr>
      <a:lvl7pPr marL="6218011" algn="l" defTabSz="2072670" rtl="0" eaLnBrk="1" latinLnBrk="0" hangingPunct="1">
        <a:defRPr lang="ru-RU" sz="4080" b="1" i="1" kern="1200">
          <a:solidFill>
            <a:schemeClr val="tx1"/>
          </a:solidFill>
          <a:latin typeface="+mn-cs"/>
          <a:ea typeface="+mn-ea"/>
          <a:cs typeface="+mn-cs"/>
        </a:defRPr>
      </a:lvl7pPr>
      <a:lvl8pPr marL="7254347" algn="l" defTabSz="2072670" rtl="0" eaLnBrk="1" latinLnBrk="0" hangingPunct="1">
        <a:defRPr lang="ru-RU" sz="4080" b="1" i="1" kern="1200">
          <a:solidFill>
            <a:schemeClr val="tx1"/>
          </a:solidFill>
          <a:latin typeface="+mn-cs"/>
          <a:ea typeface="+mn-ea"/>
          <a:cs typeface="+mn-cs"/>
        </a:defRPr>
      </a:lvl8pPr>
      <a:lvl9pPr marL="8290682" algn="l" defTabSz="2072670" rtl="0" eaLnBrk="1" latinLnBrk="0" hangingPunct="1">
        <a:defRPr lang="ru-RU" sz="4080" b="1" i="1" kern="1200">
          <a:solidFill>
            <a:schemeClr val="tx1"/>
          </a:solidFill>
          <a:latin typeface="+mn-cs"/>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5.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jpg"/><Relationship Id="rId7" Type="http://schemas.openxmlformats.org/officeDocument/2006/relationships/image" Target="../media/image30.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 Id="rId9" Type="http://schemas.openxmlformats.org/officeDocument/2006/relationships/image" Target="../media/image32.jpg"/></Relationships>
</file>

<file path=ppt/slides/_rels/slide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svg"/><Relationship Id="rId1" Type="http://schemas.openxmlformats.org/officeDocument/2006/relationships/slideLayout" Target="../slideLayouts/slideLayout3.xml"/><Relationship Id="rId4" Type="http://schemas.openxmlformats.org/officeDocument/2006/relationships/image" Target="../media/image38.jpg"/></Relationships>
</file>

<file path=ppt/slides/_rels/slide7.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Равнобедренный треугольник 63">
            <a:extLst>
              <a:ext uri="{FF2B5EF4-FFF2-40B4-BE49-F238E27FC236}">
                <a16:creationId xmlns:a16="http://schemas.microsoft.com/office/drawing/2014/main" id="{06055DE9-5973-8199-F656-47AA2E0281BE}"/>
              </a:ext>
            </a:extLst>
          </p:cNvPr>
          <p:cNvSpPr/>
          <p:nvPr/>
        </p:nvSpPr>
        <p:spPr>
          <a:xfrm rot="20358001">
            <a:off x="2720975" y="2635250"/>
            <a:ext cx="196850" cy="211461"/>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Равнобедренный треугольник 65">
            <a:extLst>
              <a:ext uri="{FF2B5EF4-FFF2-40B4-BE49-F238E27FC236}">
                <a16:creationId xmlns:a16="http://schemas.microsoft.com/office/drawing/2014/main" id="{50BB1DCD-B36C-B1B5-923B-192E992E7BB4}"/>
              </a:ext>
            </a:extLst>
          </p:cNvPr>
          <p:cNvSpPr/>
          <p:nvPr/>
        </p:nvSpPr>
        <p:spPr>
          <a:xfrm rot="9227446">
            <a:off x="3260673" y="2237621"/>
            <a:ext cx="458596" cy="193516"/>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a:extLst>
              <a:ext uri="{FF2B5EF4-FFF2-40B4-BE49-F238E27FC236}">
                <a16:creationId xmlns:a16="http://schemas.microsoft.com/office/drawing/2014/main" id="{E143815C-A918-A470-30FA-989AEF97F13A}"/>
              </a:ext>
            </a:extLst>
          </p:cNvPr>
          <p:cNvSpPr/>
          <p:nvPr/>
        </p:nvSpPr>
        <p:spPr>
          <a:xfrm rot="18900448">
            <a:off x="3094667" y="4450345"/>
            <a:ext cx="3854782" cy="68941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73" name="Группа 72">
            <a:extLst>
              <a:ext uri="{FF2B5EF4-FFF2-40B4-BE49-F238E27FC236}">
                <a16:creationId xmlns:a16="http://schemas.microsoft.com/office/drawing/2014/main" id="{B1830965-79F4-2A9D-BBA3-8B76800477A1}"/>
              </a:ext>
            </a:extLst>
          </p:cNvPr>
          <p:cNvGrpSpPr/>
          <p:nvPr/>
        </p:nvGrpSpPr>
        <p:grpSpPr>
          <a:xfrm>
            <a:off x="2055813" y="3329630"/>
            <a:ext cx="2760195" cy="3058470"/>
            <a:chOff x="2055813" y="3329630"/>
            <a:chExt cx="2760195" cy="3058470"/>
          </a:xfrm>
        </p:grpSpPr>
        <p:sp>
          <p:nvSpPr>
            <p:cNvPr id="68" name="Равнобедренный треугольник 67">
              <a:extLst>
                <a:ext uri="{FF2B5EF4-FFF2-40B4-BE49-F238E27FC236}">
                  <a16:creationId xmlns:a16="http://schemas.microsoft.com/office/drawing/2014/main" id="{D086516A-FEAA-F70D-670E-F04645B7FD04}"/>
                </a:ext>
              </a:extLst>
            </p:cNvPr>
            <p:cNvSpPr/>
            <p:nvPr/>
          </p:nvSpPr>
          <p:spPr>
            <a:xfrm rot="13521476">
              <a:off x="2625277" y="3259690"/>
              <a:ext cx="112689" cy="252569"/>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Стрелка: изогнутая вверх 12">
              <a:extLst>
                <a:ext uri="{FF2B5EF4-FFF2-40B4-BE49-F238E27FC236}">
                  <a16:creationId xmlns:a16="http://schemas.microsoft.com/office/drawing/2014/main" id="{3323A85D-9894-0062-2A2A-2AEF41467320}"/>
                </a:ext>
              </a:extLst>
            </p:cNvPr>
            <p:cNvSpPr/>
            <p:nvPr/>
          </p:nvSpPr>
          <p:spPr>
            <a:xfrm rot="13481964">
              <a:off x="2334705" y="4045341"/>
              <a:ext cx="2481303" cy="1713023"/>
            </a:xfrm>
            <a:prstGeom prst="curvedUpArrow">
              <a:avLst>
                <a:gd name="adj1" fmla="val 36165"/>
                <a:gd name="adj2" fmla="val 56504"/>
                <a:gd name="adj3"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endParaRPr lang="ru-RU" dirty="0">
                <a:solidFill>
                  <a:schemeClr val="tx1"/>
                </a:solidFill>
              </a:endParaRPr>
            </a:p>
          </p:txBody>
        </p:sp>
        <p:sp>
          <p:nvSpPr>
            <p:cNvPr id="15" name="Полилиния: фигура 14">
              <a:extLst>
                <a:ext uri="{FF2B5EF4-FFF2-40B4-BE49-F238E27FC236}">
                  <a16:creationId xmlns:a16="http://schemas.microsoft.com/office/drawing/2014/main" id="{CE1485B0-7FBC-0FCF-C1D9-8D10208B8F29}"/>
                </a:ext>
              </a:extLst>
            </p:cNvPr>
            <p:cNvSpPr/>
            <p:nvPr/>
          </p:nvSpPr>
          <p:spPr>
            <a:xfrm>
              <a:off x="3411538" y="4684713"/>
              <a:ext cx="1198562" cy="1700212"/>
            </a:xfrm>
            <a:custGeom>
              <a:avLst/>
              <a:gdLst>
                <a:gd name="csX0" fmla="*/ 0 w 1198562"/>
                <a:gd name="csY0" fmla="*/ 1268412 h 1700212"/>
                <a:gd name="csX1" fmla="*/ 230187 w 1198562"/>
                <a:gd name="csY1" fmla="*/ 1011237 h 1700212"/>
                <a:gd name="csX2" fmla="*/ 355600 w 1198562"/>
                <a:gd name="csY2" fmla="*/ 846137 h 1700212"/>
                <a:gd name="csX3" fmla="*/ 492125 w 1198562"/>
                <a:gd name="csY3" fmla="*/ 631825 h 1700212"/>
                <a:gd name="csX4" fmla="*/ 584200 w 1198562"/>
                <a:gd name="csY4" fmla="*/ 463550 h 1700212"/>
                <a:gd name="csX5" fmla="*/ 647700 w 1198562"/>
                <a:gd name="csY5" fmla="*/ 314325 h 1700212"/>
                <a:gd name="csX6" fmla="*/ 700087 w 1198562"/>
                <a:gd name="csY6" fmla="*/ 165100 h 1700212"/>
                <a:gd name="csX7" fmla="*/ 720725 w 1198562"/>
                <a:gd name="csY7" fmla="*/ 68262 h 1700212"/>
                <a:gd name="csX8" fmla="*/ 736600 w 1198562"/>
                <a:gd name="csY8" fmla="*/ 0 h 1700212"/>
                <a:gd name="csX9" fmla="*/ 1143000 w 1198562"/>
                <a:gd name="csY9" fmla="*/ 14287 h 1700212"/>
                <a:gd name="csX10" fmla="*/ 1143000 w 1198562"/>
                <a:gd name="csY10" fmla="*/ 31750 h 1700212"/>
                <a:gd name="csX11" fmla="*/ 1168400 w 1198562"/>
                <a:gd name="csY11" fmla="*/ 90487 h 1700212"/>
                <a:gd name="csX12" fmla="*/ 1169987 w 1198562"/>
                <a:gd name="csY12" fmla="*/ 120650 h 1700212"/>
                <a:gd name="csX13" fmla="*/ 1179512 w 1198562"/>
                <a:gd name="csY13" fmla="*/ 152400 h 1700212"/>
                <a:gd name="csX14" fmla="*/ 1182687 w 1198562"/>
                <a:gd name="csY14" fmla="*/ 168275 h 1700212"/>
                <a:gd name="csX15" fmla="*/ 1184275 w 1198562"/>
                <a:gd name="csY15" fmla="*/ 173037 h 1700212"/>
                <a:gd name="csX16" fmla="*/ 1185862 w 1198562"/>
                <a:gd name="csY16" fmla="*/ 212725 h 1700212"/>
                <a:gd name="csX17" fmla="*/ 1192212 w 1198562"/>
                <a:gd name="csY17" fmla="*/ 239712 h 1700212"/>
                <a:gd name="csX18" fmla="*/ 1193800 w 1198562"/>
                <a:gd name="csY18" fmla="*/ 247650 h 1700212"/>
                <a:gd name="csX19" fmla="*/ 1195387 w 1198562"/>
                <a:gd name="csY19" fmla="*/ 276225 h 1700212"/>
                <a:gd name="csX20" fmla="*/ 1198562 w 1198562"/>
                <a:gd name="csY20" fmla="*/ 304800 h 1700212"/>
                <a:gd name="csX21" fmla="*/ 1196975 w 1198562"/>
                <a:gd name="csY21" fmla="*/ 338137 h 1700212"/>
                <a:gd name="csX22" fmla="*/ 1195387 w 1198562"/>
                <a:gd name="csY22" fmla="*/ 377825 h 1700212"/>
                <a:gd name="csX23" fmla="*/ 1192212 w 1198562"/>
                <a:gd name="csY23" fmla="*/ 392112 h 1700212"/>
                <a:gd name="csX24" fmla="*/ 1190625 w 1198562"/>
                <a:gd name="csY24" fmla="*/ 401637 h 1700212"/>
                <a:gd name="csX25" fmla="*/ 1189037 w 1198562"/>
                <a:gd name="csY25" fmla="*/ 419100 h 1700212"/>
                <a:gd name="csX26" fmla="*/ 1184275 w 1198562"/>
                <a:gd name="csY26" fmla="*/ 428625 h 1700212"/>
                <a:gd name="csX27" fmla="*/ 1181100 w 1198562"/>
                <a:gd name="csY27" fmla="*/ 439737 h 1700212"/>
                <a:gd name="csX28" fmla="*/ 1179512 w 1198562"/>
                <a:gd name="csY28" fmla="*/ 446087 h 1700212"/>
                <a:gd name="csX29" fmla="*/ 1174750 w 1198562"/>
                <a:gd name="csY29" fmla="*/ 460375 h 1700212"/>
                <a:gd name="csX30" fmla="*/ 1173162 w 1198562"/>
                <a:gd name="csY30" fmla="*/ 466725 h 1700212"/>
                <a:gd name="csX31" fmla="*/ 1171575 w 1198562"/>
                <a:gd name="csY31" fmla="*/ 474662 h 1700212"/>
                <a:gd name="csX32" fmla="*/ 1168400 w 1198562"/>
                <a:gd name="csY32" fmla="*/ 485775 h 1700212"/>
                <a:gd name="csX33" fmla="*/ 1162050 w 1198562"/>
                <a:gd name="csY33" fmla="*/ 504825 h 1700212"/>
                <a:gd name="csX34" fmla="*/ 1160462 w 1198562"/>
                <a:gd name="csY34" fmla="*/ 519112 h 1700212"/>
                <a:gd name="csX35" fmla="*/ 1154112 w 1198562"/>
                <a:gd name="csY35" fmla="*/ 525462 h 1700212"/>
                <a:gd name="csX36" fmla="*/ 1149350 w 1198562"/>
                <a:gd name="csY36" fmla="*/ 549275 h 1700212"/>
                <a:gd name="csX37" fmla="*/ 1144587 w 1198562"/>
                <a:gd name="csY37" fmla="*/ 558800 h 1700212"/>
                <a:gd name="csX38" fmla="*/ 1138237 w 1198562"/>
                <a:gd name="csY38" fmla="*/ 576262 h 1700212"/>
                <a:gd name="csX39" fmla="*/ 1135062 w 1198562"/>
                <a:gd name="csY39" fmla="*/ 587375 h 1700212"/>
                <a:gd name="csX40" fmla="*/ 1131887 w 1198562"/>
                <a:gd name="csY40" fmla="*/ 595312 h 1700212"/>
                <a:gd name="csX41" fmla="*/ 1122362 w 1198562"/>
                <a:gd name="csY41" fmla="*/ 635000 h 1700212"/>
                <a:gd name="csX42" fmla="*/ 1116012 w 1198562"/>
                <a:gd name="csY42" fmla="*/ 658812 h 1700212"/>
                <a:gd name="csX43" fmla="*/ 1109662 w 1198562"/>
                <a:gd name="csY43" fmla="*/ 671512 h 1700212"/>
                <a:gd name="csX44" fmla="*/ 1104900 w 1198562"/>
                <a:gd name="csY44" fmla="*/ 693737 h 1700212"/>
                <a:gd name="csX45" fmla="*/ 1098550 w 1198562"/>
                <a:gd name="csY45" fmla="*/ 719137 h 1700212"/>
                <a:gd name="csX46" fmla="*/ 1092200 w 1198562"/>
                <a:gd name="csY46" fmla="*/ 742950 h 1700212"/>
                <a:gd name="csX47" fmla="*/ 1089025 w 1198562"/>
                <a:gd name="csY47" fmla="*/ 754062 h 1700212"/>
                <a:gd name="csX48" fmla="*/ 1079500 w 1198562"/>
                <a:gd name="csY48" fmla="*/ 763587 h 1700212"/>
                <a:gd name="csX49" fmla="*/ 1052512 w 1198562"/>
                <a:gd name="csY49" fmla="*/ 806450 h 1700212"/>
                <a:gd name="csX50" fmla="*/ 1030287 w 1198562"/>
                <a:gd name="csY50" fmla="*/ 850900 h 1700212"/>
                <a:gd name="csX51" fmla="*/ 1025525 w 1198562"/>
                <a:gd name="csY51" fmla="*/ 865187 h 1700212"/>
                <a:gd name="csX52" fmla="*/ 1001712 w 1198562"/>
                <a:gd name="csY52" fmla="*/ 917575 h 1700212"/>
                <a:gd name="csX53" fmla="*/ 990600 w 1198562"/>
                <a:gd name="csY53" fmla="*/ 939800 h 1700212"/>
                <a:gd name="csX54" fmla="*/ 982662 w 1198562"/>
                <a:gd name="csY54" fmla="*/ 962025 h 1700212"/>
                <a:gd name="csX55" fmla="*/ 973137 w 1198562"/>
                <a:gd name="csY55" fmla="*/ 977900 h 1700212"/>
                <a:gd name="csX56" fmla="*/ 950912 w 1198562"/>
                <a:gd name="csY56" fmla="*/ 1012825 h 1700212"/>
                <a:gd name="csX57" fmla="*/ 931862 w 1198562"/>
                <a:gd name="csY57" fmla="*/ 1041400 h 1700212"/>
                <a:gd name="csX58" fmla="*/ 911225 w 1198562"/>
                <a:gd name="csY58" fmla="*/ 1074737 h 1700212"/>
                <a:gd name="csX59" fmla="*/ 874712 w 1198562"/>
                <a:gd name="csY59" fmla="*/ 1127125 h 1700212"/>
                <a:gd name="csX60" fmla="*/ 835025 w 1198562"/>
                <a:gd name="csY60" fmla="*/ 1195387 h 1700212"/>
                <a:gd name="csX61" fmla="*/ 820737 w 1198562"/>
                <a:gd name="csY61" fmla="*/ 1220787 h 1700212"/>
                <a:gd name="csX62" fmla="*/ 790575 w 1198562"/>
                <a:gd name="csY62" fmla="*/ 1268412 h 1700212"/>
                <a:gd name="csX63" fmla="*/ 755650 w 1198562"/>
                <a:gd name="csY63" fmla="*/ 1311275 h 1700212"/>
                <a:gd name="csX64" fmla="*/ 736600 w 1198562"/>
                <a:gd name="csY64" fmla="*/ 1339850 h 1700212"/>
                <a:gd name="csX65" fmla="*/ 668337 w 1198562"/>
                <a:gd name="csY65" fmla="*/ 1425575 h 1700212"/>
                <a:gd name="csX66" fmla="*/ 644525 w 1198562"/>
                <a:gd name="csY66" fmla="*/ 1454150 h 1700212"/>
                <a:gd name="csX67" fmla="*/ 582612 w 1198562"/>
                <a:gd name="csY67" fmla="*/ 1517650 h 1700212"/>
                <a:gd name="csX68" fmla="*/ 560387 w 1198562"/>
                <a:gd name="csY68" fmla="*/ 1538287 h 1700212"/>
                <a:gd name="csX69" fmla="*/ 504825 w 1198562"/>
                <a:gd name="csY69" fmla="*/ 1612900 h 1700212"/>
                <a:gd name="csX70" fmla="*/ 488950 w 1198562"/>
                <a:gd name="csY70" fmla="*/ 1635125 h 1700212"/>
                <a:gd name="csX71" fmla="*/ 463550 w 1198562"/>
                <a:gd name="csY71" fmla="*/ 1662112 h 1700212"/>
                <a:gd name="csX72" fmla="*/ 446087 w 1198562"/>
                <a:gd name="csY72" fmla="*/ 1685925 h 1700212"/>
                <a:gd name="csX73" fmla="*/ 439737 w 1198562"/>
                <a:gd name="csY73" fmla="*/ 1697037 h 1700212"/>
                <a:gd name="csX74" fmla="*/ 434975 w 1198562"/>
                <a:gd name="csY74" fmla="*/ 1700212 h 1700212"/>
                <a:gd name="csX75" fmla="*/ 0 w 1198562"/>
                <a:gd name="csY75" fmla="*/ 1268412 h 17002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1198562" h="1700212">
                  <a:moveTo>
                    <a:pt x="0" y="1268412"/>
                  </a:moveTo>
                  <a:lnTo>
                    <a:pt x="230187" y="1011237"/>
                  </a:lnTo>
                  <a:lnTo>
                    <a:pt x="355600" y="846137"/>
                  </a:lnTo>
                  <a:lnTo>
                    <a:pt x="492125" y="631825"/>
                  </a:lnTo>
                  <a:lnTo>
                    <a:pt x="584200" y="463550"/>
                  </a:lnTo>
                  <a:lnTo>
                    <a:pt x="647700" y="314325"/>
                  </a:lnTo>
                  <a:lnTo>
                    <a:pt x="700087" y="165100"/>
                  </a:lnTo>
                  <a:lnTo>
                    <a:pt x="720725" y="68262"/>
                  </a:lnTo>
                  <a:lnTo>
                    <a:pt x="736600" y="0"/>
                  </a:lnTo>
                  <a:lnTo>
                    <a:pt x="1143000" y="14287"/>
                  </a:lnTo>
                  <a:lnTo>
                    <a:pt x="1143000" y="31750"/>
                  </a:lnTo>
                  <a:lnTo>
                    <a:pt x="1168400" y="90487"/>
                  </a:lnTo>
                  <a:lnTo>
                    <a:pt x="1169987" y="120650"/>
                  </a:lnTo>
                  <a:lnTo>
                    <a:pt x="1179512" y="152400"/>
                  </a:lnTo>
                  <a:cubicBezTo>
                    <a:pt x="1180570" y="157692"/>
                    <a:pt x="1181473" y="163017"/>
                    <a:pt x="1182687" y="168275"/>
                  </a:cubicBezTo>
                  <a:cubicBezTo>
                    <a:pt x="1183063" y="169905"/>
                    <a:pt x="1184156" y="171368"/>
                    <a:pt x="1184275" y="173037"/>
                  </a:cubicBezTo>
                  <a:cubicBezTo>
                    <a:pt x="1185218" y="186243"/>
                    <a:pt x="1184731" y="199533"/>
                    <a:pt x="1185862" y="212725"/>
                  </a:cubicBezTo>
                  <a:cubicBezTo>
                    <a:pt x="1186800" y="223669"/>
                    <a:pt x="1189691" y="229627"/>
                    <a:pt x="1192212" y="239712"/>
                  </a:cubicBezTo>
                  <a:cubicBezTo>
                    <a:pt x="1192867" y="242330"/>
                    <a:pt x="1193271" y="245004"/>
                    <a:pt x="1193800" y="247650"/>
                  </a:cubicBezTo>
                  <a:cubicBezTo>
                    <a:pt x="1194329" y="257175"/>
                    <a:pt x="1194707" y="266710"/>
                    <a:pt x="1195387" y="276225"/>
                  </a:cubicBezTo>
                  <a:cubicBezTo>
                    <a:pt x="1196056" y="285595"/>
                    <a:pt x="1197393" y="295447"/>
                    <a:pt x="1198562" y="304800"/>
                  </a:cubicBezTo>
                  <a:cubicBezTo>
                    <a:pt x="1198033" y="315912"/>
                    <a:pt x="1197458" y="327023"/>
                    <a:pt x="1196975" y="338137"/>
                  </a:cubicBezTo>
                  <a:cubicBezTo>
                    <a:pt x="1196400" y="351364"/>
                    <a:pt x="1196551" y="364636"/>
                    <a:pt x="1195387" y="377825"/>
                  </a:cubicBezTo>
                  <a:cubicBezTo>
                    <a:pt x="1194958" y="382685"/>
                    <a:pt x="1193169" y="387328"/>
                    <a:pt x="1192212" y="392112"/>
                  </a:cubicBezTo>
                  <a:cubicBezTo>
                    <a:pt x="1191581" y="395268"/>
                    <a:pt x="1191001" y="398440"/>
                    <a:pt x="1190625" y="401637"/>
                  </a:cubicBezTo>
                  <a:cubicBezTo>
                    <a:pt x="1189942" y="407442"/>
                    <a:pt x="1190376" y="413410"/>
                    <a:pt x="1189037" y="419100"/>
                  </a:cubicBezTo>
                  <a:cubicBezTo>
                    <a:pt x="1188224" y="422555"/>
                    <a:pt x="1185549" y="425312"/>
                    <a:pt x="1184275" y="428625"/>
                  </a:cubicBezTo>
                  <a:cubicBezTo>
                    <a:pt x="1182892" y="432220"/>
                    <a:pt x="1182114" y="436021"/>
                    <a:pt x="1181100" y="439737"/>
                  </a:cubicBezTo>
                  <a:cubicBezTo>
                    <a:pt x="1180526" y="441842"/>
                    <a:pt x="1180154" y="444002"/>
                    <a:pt x="1179512" y="446087"/>
                  </a:cubicBezTo>
                  <a:cubicBezTo>
                    <a:pt x="1178036" y="450885"/>
                    <a:pt x="1175968" y="455505"/>
                    <a:pt x="1174750" y="460375"/>
                  </a:cubicBezTo>
                  <a:cubicBezTo>
                    <a:pt x="1174221" y="462492"/>
                    <a:pt x="1173635" y="464595"/>
                    <a:pt x="1173162" y="466725"/>
                  </a:cubicBezTo>
                  <a:cubicBezTo>
                    <a:pt x="1172577" y="469359"/>
                    <a:pt x="1172229" y="472045"/>
                    <a:pt x="1171575" y="474662"/>
                  </a:cubicBezTo>
                  <a:cubicBezTo>
                    <a:pt x="1170641" y="478400"/>
                    <a:pt x="1169560" y="482101"/>
                    <a:pt x="1168400" y="485775"/>
                  </a:cubicBezTo>
                  <a:cubicBezTo>
                    <a:pt x="1166384" y="492158"/>
                    <a:pt x="1162050" y="504825"/>
                    <a:pt x="1162050" y="504825"/>
                  </a:cubicBezTo>
                  <a:cubicBezTo>
                    <a:pt x="1161521" y="509587"/>
                    <a:pt x="1162182" y="514640"/>
                    <a:pt x="1160462" y="519112"/>
                  </a:cubicBezTo>
                  <a:cubicBezTo>
                    <a:pt x="1159387" y="521906"/>
                    <a:pt x="1155147" y="522653"/>
                    <a:pt x="1154112" y="525462"/>
                  </a:cubicBezTo>
                  <a:cubicBezTo>
                    <a:pt x="1151314" y="533058"/>
                    <a:pt x="1152970" y="542035"/>
                    <a:pt x="1149350" y="549275"/>
                  </a:cubicBezTo>
                  <a:lnTo>
                    <a:pt x="1144587" y="558800"/>
                  </a:lnTo>
                  <a:cubicBezTo>
                    <a:pt x="1140837" y="585056"/>
                    <a:pt x="1146510" y="558062"/>
                    <a:pt x="1138237" y="576262"/>
                  </a:cubicBezTo>
                  <a:cubicBezTo>
                    <a:pt x="1136643" y="579769"/>
                    <a:pt x="1136280" y="583720"/>
                    <a:pt x="1135062" y="587375"/>
                  </a:cubicBezTo>
                  <a:cubicBezTo>
                    <a:pt x="1134161" y="590078"/>
                    <a:pt x="1132788" y="592609"/>
                    <a:pt x="1131887" y="595312"/>
                  </a:cubicBezTo>
                  <a:cubicBezTo>
                    <a:pt x="1127542" y="608348"/>
                    <a:pt x="1125723" y="621555"/>
                    <a:pt x="1122362" y="635000"/>
                  </a:cubicBezTo>
                  <a:cubicBezTo>
                    <a:pt x="1121555" y="638227"/>
                    <a:pt x="1117470" y="655166"/>
                    <a:pt x="1116012" y="658812"/>
                  </a:cubicBezTo>
                  <a:cubicBezTo>
                    <a:pt x="1114254" y="663206"/>
                    <a:pt x="1109662" y="671512"/>
                    <a:pt x="1109662" y="671512"/>
                  </a:cubicBezTo>
                  <a:cubicBezTo>
                    <a:pt x="1103842" y="694798"/>
                    <a:pt x="1115736" y="646781"/>
                    <a:pt x="1104900" y="693737"/>
                  </a:cubicBezTo>
                  <a:cubicBezTo>
                    <a:pt x="1102938" y="702241"/>
                    <a:pt x="1100512" y="710633"/>
                    <a:pt x="1098550" y="719137"/>
                  </a:cubicBezTo>
                  <a:cubicBezTo>
                    <a:pt x="1089273" y="759339"/>
                    <a:pt x="1100307" y="718630"/>
                    <a:pt x="1092200" y="742950"/>
                  </a:cubicBezTo>
                  <a:cubicBezTo>
                    <a:pt x="1090982" y="746605"/>
                    <a:pt x="1091044" y="750781"/>
                    <a:pt x="1089025" y="754062"/>
                  </a:cubicBezTo>
                  <a:cubicBezTo>
                    <a:pt x="1086672" y="757886"/>
                    <a:pt x="1082067" y="759903"/>
                    <a:pt x="1079500" y="763587"/>
                  </a:cubicBezTo>
                  <a:cubicBezTo>
                    <a:pt x="1069846" y="777438"/>
                    <a:pt x="1060346" y="791494"/>
                    <a:pt x="1052512" y="806450"/>
                  </a:cubicBezTo>
                  <a:cubicBezTo>
                    <a:pt x="1046477" y="817971"/>
                    <a:pt x="1035720" y="836413"/>
                    <a:pt x="1030287" y="850900"/>
                  </a:cubicBezTo>
                  <a:cubicBezTo>
                    <a:pt x="1028524" y="855600"/>
                    <a:pt x="1027419" y="860538"/>
                    <a:pt x="1025525" y="865187"/>
                  </a:cubicBezTo>
                  <a:cubicBezTo>
                    <a:pt x="1021388" y="875341"/>
                    <a:pt x="1007047" y="906524"/>
                    <a:pt x="1001712" y="917575"/>
                  </a:cubicBezTo>
                  <a:cubicBezTo>
                    <a:pt x="998111" y="925034"/>
                    <a:pt x="993386" y="932000"/>
                    <a:pt x="990600" y="939800"/>
                  </a:cubicBezTo>
                  <a:cubicBezTo>
                    <a:pt x="987954" y="947208"/>
                    <a:pt x="985940" y="954874"/>
                    <a:pt x="982662" y="962025"/>
                  </a:cubicBezTo>
                  <a:cubicBezTo>
                    <a:pt x="980091" y="967635"/>
                    <a:pt x="976408" y="972667"/>
                    <a:pt x="973137" y="977900"/>
                  </a:cubicBezTo>
                  <a:cubicBezTo>
                    <a:pt x="965824" y="989602"/>
                    <a:pt x="958432" y="1001255"/>
                    <a:pt x="950912" y="1012825"/>
                  </a:cubicBezTo>
                  <a:cubicBezTo>
                    <a:pt x="944673" y="1022423"/>
                    <a:pt x="938040" y="1031762"/>
                    <a:pt x="931862" y="1041400"/>
                  </a:cubicBezTo>
                  <a:cubicBezTo>
                    <a:pt x="924809" y="1052403"/>
                    <a:pt x="919193" y="1064378"/>
                    <a:pt x="911225" y="1074737"/>
                  </a:cubicBezTo>
                  <a:cubicBezTo>
                    <a:pt x="896535" y="1093835"/>
                    <a:pt x="887164" y="1104889"/>
                    <a:pt x="874712" y="1127125"/>
                  </a:cubicBezTo>
                  <a:cubicBezTo>
                    <a:pt x="821463" y="1222211"/>
                    <a:pt x="879218" y="1120259"/>
                    <a:pt x="835025" y="1195387"/>
                  </a:cubicBezTo>
                  <a:cubicBezTo>
                    <a:pt x="830100" y="1203760"/>
                    <a:pt x="825615" y="1212386"/>
                    <a:pt x="820737" y="1220787"/>
                  </a:cubicBezTo>
                  <a:cubicBezTo>
                    <a:pt x="811172" y="1237261"/>
                    <a:pt x="801661" y="1252891"/>
                    <a:pt x="790575" y="1268412"/>
                  </a:cubicBezTo>
                  <a:cubicBezTo>
                    <a:pt x="746554" y="1330041"/>
                    <a:pt x="805303" y="1245072"/>
                    <a:pt x="755650" y="1311275"/>
                  </a:cubicBezTo>
                  <a:cubicBezTo>
                    <a:pt x="748781" y="1320433"/>
                    <a:pt x="743442" y="1330672"/>
                    <a:pt x="736600" y="1339850"/>
                  </a:cubicBezTo>
                  <a:cubicBezTo>
                    <a:pt x="713791" y="1370447"/>
                    <a:pt x="692126" y="1396864"/>
                    <a:pt x="668337" y="1425575"/>
                  </a:cubicBezTo>
                  <a:cubicBezTo>
                    <a:pt x="660427" y="1435122"/>
                    <a:pt x="653181" y="1445273"/>
                    <a:pt x="644525" y="1454150"/>
                  </a:cubicBezTo>
                  <a:cubicBezTo>
                    <a:pt x="623887" y="1475317"/>
                    <a:pt x="604275" y="1497534"/>
                    <a:pt x="582612" y="1517650"/>
                  </a:cubicBezTo>
                  <a:cubicBezTo>
                    <a:pt x="575204" y="1524529"/>
                    <a:pt x="567388" y="1530994"/>
                    <a:pt x="560387" y="1538287"/>
                  </a:cubicBezTo>
                  <a:cubicBezTo>
                    <a:pt x="543393" y="1555988"/>
                    <a:pt x="512275" y="1602470"/>
                    <a:pt x="504825" y="1612900"/>
                  </a:cubicBezTo>
                  <a:cubicBezTo>
                    <a:pt x="499533" y="1620308"/>
                    <a:pt x="495190" y="1628495"/>
                    <a:pt x="488950" y="1635125"/>
                  </a:cubicBezTo>
                  <a:cubicBezTo>
                    <a:pt x="480483" y="1644121"/>
                    <a:pt x="469549" y="1651313"/>
                    <a:pt x="463550" y="1662112"/>
                  </a:cubicBezTo>
                  <a:cubicBezTo>
                    <a:pt x="446052" y="1693607"/>
                    <a:pt x="465546" y="1661601"/>
                    <a:pt x="446087" y="1685925"/>
                  </a:cubicBezTo>
                  <a:cubicBezTo>
                    <a:pt x="441104" y="1692153"/>
                    <a:pt x="444994" y="1691780"/>
                    <a:pt x="439737" y="1697037"/>
                  </a:cubicBezTo>
                  <a:cubicBezTo>
                    <a:pt x="438388" y="1698386"/>
                    <a:pt x="436562" y="1699154"/>
                    <a:pt x="434975" y="1700212"/>
                  </a:cubicBezTo>
                  <a:lnTo>
                    <a:pt x="0" y="126841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7" name="Полилиния: фигура 16">
              <a:extLst>
                <a:ext uri="{FF2B5EF4-FFF2-40B4-BE49-F238E27FC236}">
                  <a16:creationId xmlns:a16="http://schemas.microsoft.com/office/drawing/2014/main" id="{FDD8E5AC-EBEC-1A84-81CF-DC0AFCD206A4}"/>
                </a:ext>
              </a:extLst>
            </p:cNvPr>
            <p:cNvSpPr/>
            <p:nvPr/>
          </p:nvSpPr>
          <p:spPr>
            <a:xfrm>
              <a:off x="3852863" y="5445125"/>
              <a:ext cx="639762" cy="942975"/>
            </a:xfrm>
            <a:custGeom>
              <a:avLst/>
              <a:gdLst>
                <a:gd name="csX0" fmla="*/ 0 w 639762"/>
                <a:gd name="csY0" fmla="*/ 942975 h 942975"/>
                <a:gd name="csX1" fmla="*/ 138112 w 639762"/>
                <a:gd name="csY1" fmla="*/ 790575 h 942975"/>
                <a:gd name="csX2" fmla="*/ 263525 w 639762"/>
                <a:gd name="csY2" fmla="*/ 646113 h 942975"/>
                <a:gd name="csX3" fmla="*/ 368300 w 639762"/>
                <a:gd name="csY3" fmla="*/ 498475 h 942975"/>
                <a:gd name="csX4" fmla="*/ 479425 w 639762"/>
                <a:gd name="csY4" fmla="*/ 323850 h 942975"/>
                <a:gd name="csX5" fmla="*/ 576262 w 639762"/>
                <a:gd name="csY5" fmla="*/ 150813 h 942975"/>
                <a:gd name="csX6" fmla="*/ 639762 w 639762"/>
                <a:gd name="csY6" fmla="*/ 0 h 942975"/>
                <a:gd name="csX7" fmla="*/ 601662 w 639762"/>
                <a:gd name="csY7" fmla="*/ 1588 h 942975"/>
                <a:gd name="csX8" fmla="*/ 587375 w 639762"/>
                <a:gd name="csY8" fmla="*/ 7938 h 942975"/>
                <a:gd name="csX9" fmla="*/ 0 w 639762"/>
                <a:gd name="csY9" fmla="*/ 942975 h 9429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39762" h="942975">
                  <a:moveTo>
                    <a:pt x="0" y="942975"/>
                  </a:moveTo>
                  <a:lnTo>
                    <a:pt x="138112" y="790575"/>
                  </a:lnTo>
                  <a:lnTo>
                    <a:pt x="263525" y="646113"/>
                  </a:lnTo>
                  <a:lnTo>
                    <a:pt x="368300" y="498475"/>
                  </a:lnTo>
                  <a:lnTo>
                    <a:pt x="479425" y="323850"/>
                  </a:lnTo>
                  <a:lnTo>
                    <a:pt x="576262" y="150813"/>
                  </a:lnTo>
                  <a:lnTo>
                    <a:pt x="639762" y="0"/>
                  </a:lnTo>
                  <a:lnTo>
                    <a:pt x="601662" y="1588"/>
                  </a:lnTo>
                  <a:lnTo>
                    <a:pt x="587375" y="7938"/>
                  </a:lnTo>
                  <a:lnTo>
                    <a:pt x="0" y="94297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Полилиния: фигура 17">
              <a:extLst>
                <a:ext uri="{FF2B5EF4-FFF2-40B4-BE49-F238E27FC236}">
                  <a16:creationId xmlns:a16="http://schemas.microsoft.com/office/drawing/2014/main" id="{8D2402A9-FC4C-D337-F83C-2B35AC853879}"/>
                </a:ext>
              </a:extLst>
            </p:cNvPr>
            <p:cNvSpPr/>
            <p:nvPr/>
          </p:nvSpPr>
          <p:spPr>
            <a:xfrm>
              <a:off x="3841750" y="6323013"/>
              <a:ext cx="45719" cy="45719"/>
            </a:xfrm>
            <a:custGeom>
              <a:avLst/>
              <a:gdLst>
                <a:gd name="csX0" fmla="*/ 30163 w 30163"/>
                <a:gd name="csY0" fmla="*/ 0 h 58737"/>
                <a:gd name="csX1" fmla="*/ 30163 w 30163"/>
                <a:gd name="csY1" fmla="*/ 0 h 58737"/>
                <a:gd name="csX2" fmla="*/ 0 w 30163"/>
                <a:gd name="csY2" fmla="*/ 58737 h 58737"/>
                <a:gd name="csX3" fmla="*/ 22225 w 30163"/>
                <a:gd name="csY3" fmla="*/ 57150 h 58737"/>
                <a:gd name="csX4" fmla="*/ 30163 w 30163"/>
                <a:gd name="csY4" fmla="*/ 0 h 58737"/>
              </a:gdLst>
              <a:ahLst/>
              <a:cxnLst>
                <a:cxn ang="0">
                  <a:pos x="csX0" y="csY0"/>
                </a:cxn>
                <a:cxn ang="0">
                  <a:pos x="csX1" y="csY1"/>
                </a:cxn>
                <a:cxn ang="0">
                  <a:pos x="csX2" y="csY2"/>
                </a:cxn>
                <a:cxn ang="0">
                  <a:pos x="csX3" y="csY3"/>
                </a:cxn>
                <a:cxn ang="0">
                  <a:pos x="csX4" y="csY4"/>
                </a:cxn>
              </a:cxnLst>
              <a:rect l="l" t="t" r="r" b="b"/>
              <a:pathLst>
                <a:path w="30163" h="58737">
                  <a:moveTo>
                    <a:pt x="30163" y="0"/>
                  </a:moveTo>
                  <a:lnTo>
                    <a:pt x="30163" y="0"/>
                  </a:lnTo>
                  <a:lnTo>
                    <a:pt x="0" y="58737"/>
                  </a:lnTo>
                  <a:lnTo>
                    <a:pt x="22225" y="57150"/>
                  </a:lnTo>
                  <a:lnTo>
                    <a:pt x="3016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Полилиния: фигура 19">
              <a:extLst>
                <a:ext uri="{FF2B5EF4-FFF2-40B4-BE49-F238E27FC236}">
                  <a16:creationId xmlns:a16="http://schemas.microsoft.com/office/drawing/2014/main" id="{03EFBCD8-879F-83A2-4546-DBBFDA0D595C}"/>
                </a:ext>
              </a:extLst>
            </p:cNvPr>
            <p:cNvSpPr/>
            <p:nvPr/>
          </p:nvSpPr>
          <p:spPr>
            <a:xfrm>
              <a:off x="4043363" y="4157663"/>
              <a:ext cx="508000" cy="546100"/>
            </a:xfrm>
            <a:custGeom>
              <a:avLst/>
              <a:gdLst>
                <a:gd name="csX0" fmla="*/ 508000 w 508000"/>
                <a:gd name="csY0" fmla="*/ 546100 h 546100"/>
                <a:gd name="csX1" fmla="*/ 457200 w 508000"/>
                <a:gd name="csY1" fmla="*/ 460375 h 546100"/>
                <a:gd name="csX2" fmla="*/ 415925 w 508000"/>
                <a:gd name="csY2" fmla="*/ 417512 h 546100"/>
                <a:gd name="csX3" fmla="*/ 0 w 508000"/>
                <a:gd name="csY3" fmla="*/ 0 h 546100"/>
                <a:gd name="csX4" fmla="*/ 31750 w 508000"/>
                <a:gd name="csY4" fmla="*/ 39687 h 546100"/>
                <a:gd name="csX5" fmla="*/ 46037 w 508000"/>
                <a:gd name="csY5" fmla="*/ 66675 h 546100"/>
                <a:gd name="csX6" fmla="*/ 65087 w 508000"/>
                <a:gd name="csY6" fmla="*/ 104775 h 546100"/>
                <a:gd name="csX7" fmla="*/ 88900 w 508000"/>
                <a:gd name="csY7" fmla="*/ 168275 h 546100"/>
                <a:gd name="csX8" fmla="*/ 106362 w 508000"/>
                <a:gd name="csY8" fmla="*/ 247650 h 546100"/>
                <a:gd name="csX9" fmla="*/ 120650 w 508000"/>
                <a:gd name="csY9" fmla="*/ 342900 h 546100"/>
                <a:gd name="csX10" fmla="*/ 117475 w 508000"/>
                <a:gd name="csY10" fmla="*/ 400050 h 546100"/>
                <a:gd name="csX11" fmla="*/ 109537 w 508000"/>
                <a:gd name="csY11" fmla="*/ 488950 h 546100"/>
                <a:gd name="csX12" fmla="*/ 106362 w 508000"/>
                <a:gd name="csY12" fmla="*/ 527050 h 546100"/>
                <a:gd name="csX13" fmla="*/ 106362 w 508000"/>
                <a:gd name="csY13" fmla="*/ 527050 h 546100"/>
                <a:gd name="csX14" fmla="*/ 508000 w 508000"/>
                <a:gd name="csY14" fmla="*/ 546100 h 546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8000" h="546100">
                  <a:moveTo>
                    <a:pt x="508000" y="546100"/>
                  </a:moveTo>
                  <a:lnTo>
                    <a:pt x="457200" y="460375"/>
                  </a:lnTo>
                  <a:lnTo>
                    <a:pt x="415925" y="417512"/>
                  </a:lnTo>
                  <a:lnTo>
                    <a:pt x="0" y="0"/>
                  </a:lnTo>
                  <a:lnTo>
                    <a:pt x="31750" y="39687"/>
                  </a:lnTo>
                  <a:lnTo>
                    <a:pt x="46037" y="66675"/>
                  </a:lnTo>
                  <a:lnTo>
                    <a:pt x="65087" y="104775"/>
                  </a:lnTo>
                  <a:lnTo>
                    <a:pt x="88900" y="168275"/>
                  </a:lnTo>
                  <a:lnTo>
                    <a:pt x="106362" y="247650"/>
                  </a:lnTo>
                  <a:lnTo>
                    <a:pt x="120650" y="342900"/>
                  </a:lnTo>
                  <a:lnTo>
                    <a:pt x="117475" y="400050"/>
                  </a:lnTo>
                  <a:lnTo>
                    <a:pt x="109537" y="488950"/>
                  </a:lnTo>
                  <a:lnTo>
                    <a:pt x="106362" y="527050"/>
                  </a:lnTo>
                  <a:lnTo>
                    <a:pt x="106362" y="527050"/>
                  </a:lnTo>
                  <a:lnTo>
                    <a:pt x="508000" y="5461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Овал 21">
              <a:extLst>
                <a:ext uri="{FF2B5EF4-FFF2-40B4-BE49-F238E27FC236}">
                  <a16:creationId xmlns:a16="http://schemas.microsoft.com/office/drawing/2014/main" id="{19F541EC-BE44-C5A1-5C9E-8D4E263498CD}"/>
                </a:ext>
              </a:extLst>
            </p:cNvPr>
            <p:cNvSpPr/>
            <p:nvPr/>
          </p:nvSpPr>
          <p:spPr>
            <a:xfrm rot="20483490">
              <a:off x="4546600" y="4594225"/>
              <a:ext cx="84137" cy="1746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Полилиния: фигура 23">
              <a:extLst>
                <a:ext uri="{FF2B5EF4-FFF2-40B4-BE49-F238E27FC236}">
                  <a16:creationId xmlns:a16="http://schemas.microsoft.com/office/drawing/2014/main" id="{E0CD09F3-3F50-50C9-53F3-4FBA0DE5AB14}"/>
                </a:ext>
              </a:extLst>
            </p:cNvPr>
            <p:cNvSpPr/>
            <p:nvPr/>
          </p:nvSpPr>
          <p:spPr>
            <a:xfrm>
              <a:off x="4038451" y="4157262"/>
              <a:ext cx="119920" cy="289449"/>
            </a:xfrm>
            <a:custGeom>
              <a:avLst/>
              <a:gdLst>
                <a:gd name="csX0" fmla="*/ 149 w 119920"/>
                <a:gd name="csY0" fmla="*/ 401 h 289449"/>
                <a:gd name="csX1" fmla="*/ 38249 w 119920"/>
                <a:gd name="csY1" fmla="*/ 48026 h 289449"/>
                <a:gd name="csX2" fmla="*/ 82699 w 119920"/>
                <a:gd name="csY2" fmla="*/ 130576 h 289449"/>
                <a:gd name="csX3" fmla="*/ 109687 w 119920"/>
                <a:gd name="csY3" fmla="*/ 224238 h 289449"/>
                <a:gd name="csX4" fmla="*/ 119212 w 119920"/>
                <a:gd name="csY4" fmla="*/ 281388 h 289449"/>
                <a:gd name="csX5" fmla="*/ 117624 w 119920"/>
                <a:gd name="csY5" fmla="*/ 281388 h 289449"/>
                <a:gd name="csX6" fmla="*/ 104924 w 119920"/>
                <a:gd name="csY6" fmla="*/ 209951 h 289449"/>
                <a:gd name="csX7" fmla="*/ 93812 w 119920"/>
                <a:gd name="csY7" fmla="*/ 154388 h 289449"/>
                <a:gd name="csX8" fmla="*/ 52537 w 119920"/>
                <a:gd name="csY8" fmla="*/ 73426 h 289449"/>
                <a:gd name="csX9" fmla="*/ 149 w 119920"/>
                <a:gd name="csY9" fmla="*/ 401 h 289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9920" h="289449">
                  <a:moveTo>
                    <a:pt x="149" y="401"/>
                  </a:moveTo>
                  <a:cubicBezTo>
                    <a:pt x="-2232" y="-3832"/>
                    <a:pt x="24491" y="26330"/>
                    <a:pt x="38249" y="48026"/>
                  </a:cubicBezTo>
                  <a:cubicBezTo>
                    <a:pt x="52007" y="69722"/>
                    <a:pt x="70793" y="101207"/>
                    <a:pt x="82699" y="130576"/>
                  </a:cubicBezTo>
                  <a:cubicBezTo>
                    <a:pt x="94605" y="159945"/>
                    <a:pt x="103602" y="199103"/>
                    <a:pt x="109687" y="224238"/>
                  </a:cubicBezTo>
                  <a:cubicBezTo>
                    <a:pt x="115773" y="249373"/>
                    <a:pt x="117889" y="271863"/>
                    <a:pt x="119212" y="281388"/>
                  </a:cubicBezTo>
                  <a:cubicBezTo>
                    <a:pt x="120535" y="290913"/>
                    <a:pt x="120005" y="293294"/>
                    <a:pt x="117624" y="281388"/>
                  </a:cubicBezTo>
                  <a:cubicBezTo>
                    <a:pt x="115243" y="269482"/>
                    <a:pt x="108893" y="231118"/>
                    <a:pt x="104924" y="209951"/>
                  </a:cubicBezTo>
                  <a:cubicBezTo>
                    <a:pt x="100955" y="188784"/>
                    <a:pt x="102543" y="177142"/>
                    <a:pt x="93812" y="154388"/>
                  </a:cubicBezTo>
                  <a:cubicBezTo>
                    <a:pt x="85081" y="131634"/>
                    <a:pt x="66824" y="97768"/>
                    <a:pt x="52537" y="73426"/>
                  </a:cubicBezTo>
                  <a:cubicBezTo>
                    <a:pt x="38250" y="49084"/>
                    <a:pt x="2530" y="4634"/>
                    <a:pt x="149" y="401"/>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Полилиния: фигура 25">
              <a:extLst>
                <a:ext uri="{FF2B5EF4-FFF2-40B4-BE49-F238E27FC236}">
                  <a16:creationId xmlns:a16="http://schemas.microsoft.com/office/drawing/2014/main" id="{CD7138B7-D22A-7F4D-CDB5-3CE2F779C81F}"/>
                </a:ext>
              </a:extLst>
            </p:cNvPr>
            <p:cNvSpPr/>
            <p:nvPr/>
          </p:nvSpPr>
          <p:spPr>
            <a:xfrm>
              <a:off x="2055813" y="4757738"/>
              <a:ext cx="603249" cy="594254"/>
            </a:xfrm>
            <a:custGeom>
              <a:avLst/>
              <a:gdLst>
                <a:gd name="csX0" fmla="*/ 158750 w 588433"/>
                <a:gd name="csY0" fmla="*/ 0 h 588434"/>
                <a:gd name="csX1" fmla="*/ 0 w 588433"/>
                <a:gd name="csY1" fmla="*/ 131234 h 588434"/>
                <a:gd name="csX2" fmla="*/ 103716 w 588433"/>
                <a:gd name="csY2" fmla="*/ 124884 h 588434"/>
                <a:gd name="csX3" fmla="*/ 14816 w 588433"/>
                <a:gd name="csY3" fmla="*/ 289984 h 588434"/>
                <a:gd name="csX4" fmla="*/ 74083 w 588433"/>
                <a:gd name="csY4" fmla="*/ 298450 h 588434"/>
                <a:gd name="csX5" fmla="*/ 74083 w 588433"/>
                <a:gd name="csY5" fmla="*/ 338667 h 588434"/>
                <a:gd name="csX6" fmla="*/ 198966 w 588433"/>
                <a:gd name="csY6" fmla="*/ 359834 h 588434"/>
                <a:gd name="csX7" fmla="*/ 137583 w 588433"/>
                <a:gd name="csY7" fmla="*/ 452967 h 588434"/>
                <a:gd name="csX8" fmla="*/ 127000 w 588433"/>
                <a:gd name="csY8" fmla="*/ 484717 h 588434"/>
                <a:gd name="csX9" fmla="*/ 201083 w 588433"/>
                <a:gd name="csY9" fmla="*/ 488950 h 588434"/>
                <a:gd name="csX10" fmla="*/ 287866 w 588433"/>
                <a:gd name="csY10" fmla="*/ 444500 h 588434"/>
                <a:gd name="csX11" fmla="*/ 254000 w 588433"/>
                <a:gd name="csY11" fmla="*/ 546100 h 588434"/>
                <a:gd name="csX12" fmla="*/ 351366 w 588433"/>
                <a:gd name="csY12" fmla="*/ 512234 h 588434"/>
                <a:gd name="csX13" fmla="*/ 361950 w 588433"/>
                <a:gd name="csY13" fmla="*/ 550334 h 588434"/>
                <a:gd name="csX14" fmla="*/ 410633 w 588433"/>
                <a:gd name="csY14" fmla="*/ 552450 h 588434"/>
                <a:gd name="csX15" fmla="*/ 395816 w 588433"/>
                <a:gd name="csY15" fmla="*/ 588434 h 588434"/>
                <a:gd name="csX16" fmla="*/ 588433 w 588433"/>
                <a:gd name="csY16" fmla="*/ 429684 h 588434"/>
                <a:gd name="csX17" fmla="*/ 158750 w 588433"/>
                <a:gd name="csY17" fmla="*/ 0 h 5884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588433" h="588434">
                  <a:moveTo>
                    <a:pt x="158750" y="0"/>
                  </a:moveTo>
                  <a:lnTo>
                    <a:pt x="0" y="131234"/>
                  </a:lnTo>
                  <a:lnTo>
                    <a:pt x="103716" y="124884"/>
                  </a:lnTo>
                  <a:lnTo>
                    <a:pt x="14816" y="289984"/>
                  </a:lnTo>
                  <a:lnTo>
                    <a:pt x="74083" y="298450"/>
                  </a:lnTo>
                  <a:lnTo>
                    <a:pt x="74083" y="338667"/>
                  </a:lnTo>
                  <a:lnTo>
                    <a:pt x="198966" y="359834"/>
                  </a:lnTo>
                  <a:lnTo>
                    <a:pt x="137583" y="452967"/>
                  </a:lnTo>
                  <a:lnTo>
                    <a:pt x="127000" y="484717"/>
                  </a:lnTo>
                  <a:lnTo>
                    <a:pt x="201083" y="488950"/>
                  </a:lnTo>
                  <a:lnTo>
                    <a:pt x="287866" y="444500"/>
                  </a:lnTo>
                  <a:lnTo>
                    <a:pt x="254000" y="546100"/>
                  </a:lnTo>
                  <a:lnTo>
                    <a:pt x="351366" y="512234"/>
                  </a:lnTo>
                  <a:lnTo>
                    <a:pt x="361950" y="550334"/>
                  </a:lnTo>
                  <a:lnTo>
                    <a:pt x="410633" y="552450"/>
                  </a:lnTo>
                  <a:lnTo>
                    <a:pt x="395816" y="588434"/>
                  </a:lnTo>
                  <a:lnTo>
                    <a:pt x="588433" y="429684"/>
                  </a:lnTo>
                  <a:lnTo>
                    <a:pt x="15875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70" name="Равнобедренный треугольник 69">
              <a:extLst>
                <a:ext uri="{FF2B5EF4-FFF2-40B4-BE49-F238E27FC236}">
                  <a16:creationId xmlns:a16="http://schemas.microsoft.com/office/drawing/2014/main" id="{02227163-33AC-D135-E551-3196649EBDDC}"/>
                </a:ext>
              </a:extLst>
            </p:cNvPr>
            <p:cNvSpPr/>
            <p:nvPr/>
          </p:nvSpPr>
          <p:spPr>
            <a:xfrm>
              <a:off x="2217615" y="3622948"/>
              <a:ext cx="390809" cy="24689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72" name="Группа 71">
            <a:extLst>
              <a:ext uri="{FF2B5EF4-FFF2-40B4-BE49-F238E27FC236}">
                <a16:creationId xmlns:a16="http://schemas.microsoft.com/office/drawing/2014/main" id="{AAD78783-9765-D9AA-75BA-09B2737577C5}"/>
              </a:ext>
            </a:extLst>
          </p:cNvPr>
          <p:cNvGrpSpPr/>
          <p:nvPr/>
        </p:nvGrpSpPr>
        <p:grpSpPr>
          <a:xfrm>
            <a:off x="5019272" y="3192060"/>
            <a:ext cx="2942211" cy="2371764"/>
            <a:chOff x="5019272" y="3192060"/>
            <a:chExt cx="2942211" cy="2371764"/>
          </a:xfrm>
        </p:grpSpPr>
        <p:grpSp>
          <p:nvGrpSpPr>
            <p:cNvPr id="45" name="Группа 44">
              <a:extLst>
                <a:ext uri="{FF2B5EF4-FFF2-40B4-BE49-F238E27FC236}">
                  <a16:creationId xmlns:a16="http://schemas.microsoft.com/office/drawing/2014/main" id="{0A5B032C-C985-841E-BAC4-9A12124C0F1B}"/>
                </a:ext>
              </a:extLst>
            </p:cNvPr>
            <p:cNvGrpSpPr/>
            <p:nvPr/>
          </p:nvGrpSpPr>
          <p:grpSpPr>
            <a:xfrm rot="10800000">
              <a:off x="5208180" y="3192060"/>
              <a:ext cx="2753303" cy="2342759"/>
              <a:chOff x="5290046" y="3449648"/>
              <a:chExt cx="2760195" cy="2342759"/>
            </a:xfrm>
          </p:grpSpPr>
          <p:sp>
            <p:nvSpPr>
              <p:cNvPr id="30" name="Стрелка: изогнутая вверх 29">
                <a:extLst>
                  <a:ext uri="{FF2B5EF4-FFF2-40B4-BE49-F238E27FC236}">
                    <a16:creationId xmlns:a16="http://schemas.microsoft.com/office/drawing/2014/main" id="{61004C34-4221-448F-A0A1-09FDD9EA6E3A}"/>
                  </a:ext>
                </a:extLst>
              </p:cNvPr>
              <p:cNvSpPr/>
              <p:nvPr/>
            </p:nvSpPr>
            <p:spPr>
              <a:xfrm rot="13481964">
                <a:off x="5568938" y="3449648"/>
                <a:ext cx="2481303" cy="1713023"/>
              </a:xfrm>
              <a:prstGeom prst="curvedUpArrow">
                <a:avLst>
                  <a:gd name="adj1" fmla="val 36165"/>
                  <a:gd name="adj2" fmla="val 56504"/>
                  <a:gd name="adj3"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endParaRPr lang="ru-RU" dirty="0">
                  <a:solidFill>
                    <a:schemeClr val="tx1"/>
                  </a:solidFill>
                </a:endParaRPr>
              </a:p>
            </p:txBody>
          </p:sp>
          <p:sp>
            <p:nvSpPr>
              <p:cNvPr id="32" name="Полилиния: фигура 31">
                <a:extLst>
                  <a:ext uri="{FF2B5EF4-FFF2-40B4-BE49-F238E27FC236}">
                    <a16:creationId xmlns:a16="http://schemas.microsoft.com/office/drawing/2014/main" id="{7A85E766-ABA5-90DA-2FD6-640A74F3C13E}"/>
                  </a:ext>
                </a:extLst>
              </p:cNvPr>
              <p:cNvSpPr/>
              <p:nvPr/>
            </p:nvSpPr>
            <p:spPr>
              <a:xfrm>
                <a:off x="6645771" y="4089020"/>
                <a:ext cx="1198562" cy="1700212"/>
              </a:xfrm>
              <a:custGeom>
                <a:avLst/>
                <a:gdLst>
                  <a:gd name="csX0" fmla="*/ 0 w 1198562"/>
                  <a:gd name="csY0" fmla="*/ 1268412 h 1700212"/>
                  <a:gd name="csX1" fmla="*/ 230187 w 1198562"/>
                  <a:gd name="csY1" fmla="*/ 1011237 h 1700212"/>
                  <a:gd name="csX2" fmla="*/ 355600 w 1198562"/>
                  <a:gd name="csY2" fmla="*/ 846137 h 1700212"/>
                  <a:gd name="csX3" fmla="*/ 492125 w 1198562"/>
                  <a:gd name="csY3" fmla="*/ 631825 h 1700212"/>
                  <a:gd name="csX4" fmla="*/ 584200 w 1198562"/>
                  <a:gd name="csY4" fmla="*/ 463550 h 1700212"/>
                  <a:gd name="csX5" fmla="*/ 647700 w 1198562"/>
                  <a:gd name="csY5" fmla="*/ 314325 h 1700212"/>
                  <a:gd name="csX6" fmla="*/ 700087 w 1198562"/>
                  <a:gd name="csY6" fmla="*/ 165100 h 1700212"/>
                  <a:gd name="csX7" fmla="*/ 720725 w 1198562"/>
                  <a:gd name="csY7" fmla="*/ 68262 h 1700212"/>
                  <a:gd name="csX8" fmla="*/ 736600 w 1198562"/>
                  <a:gd name="csY8" fmla="*/ 0 h 1700212"/>
                  <a:gd name="csX9" fmla="*/ 1143000 w 1198562"/>
                  <a:gd name="csY9" fmla="*/ 14287 h 1700212"/>
                  <a:gd name="csX10" fmla="*/ 1143000 w 1198562"/>
                  <a:gd name="csY10" fmla="*/ 31750 h 1700212"/>
                  <a:gd name="csX11" fmla="*/ 1168400 w 1198562"/>
                  <a:gd name="csY11" fmla="*/ 90487 h 1700212"/>
                  <a:gd name="csX12" fmla="*/ 1169987 w 1198562"/>
                  <a:gd name="csY12" fmla="*/ 120650 h 1700212"/>
                  <a:gd name="csX13" fmla="*/ 1179512 w 1198562"/>
                  <a:gd name="csY13" fmla="*/ 152400 h 1700212"/>
                  <a:gd name="csX14" fmla="*/ 1182687 w 1198562"/>
                  <a:gd name="csY14" fmla="*/ 168275 h 1700212"/>
                  <a:gd name="csX15" fmla="*/ 1184275 w 1198562"/>
                  <a:gd name="csY15" fmla="*/ 173037 h 1700212"/>
                  <a:gd name="csX16" fmla="*/ 1185862 w 1198562"/>
                  <a:gd name="csY16" fmla="*/ 212725 h 1700212"/>
                  <a:gd name="csX17" fmla="*/ 1192212 w 1198562"/>
                  <a:gd name="csY17" fmla="*/ 239712 h 1700212"/>
                  <a:gd name="csX18" fmla="*/ 1193800 w 1198562"/>
                  <a:gd name="csY18" fmla="*/ 247650 h 1700212"/>
                  <a:gd name="csX19" fmla="*/ 1195387 w 1198562"/>
                  <a:gd name="csY19" fmla="*/ 276225 h 1700212"/>
                  <a:gd name="csX20" fmla="*/ 1198562 w 1198562"/>
                  <a:gd name="csY20" fmla="*/ 304800 h 1700212"/>
                  <a:gd name="csX21" fmla="*/ 1196975 w 1198562"/>
                  <a:gd name="csY21" fmla="*/ 338137 h 1700212"/>
                  <a:gd name="csX22" fmla="*/ 1195387 w 1198562"/>
                  <a:gd name="csY22" fmla="*/ 377825 h 1700212"/>
                  <a:gd name="csX23" fmla="*/ 1192212 w 1198562"/>
                  <a:gd name="csY23" fmla="*/ 392112 h 1700212"/>
                  <a:gd name="csX24" fmla="*/ 1190625 w 1198562"/>
                  <a:gd name="csY24" fmla="*/ 401637 h 1700212"/>
                  <a:gd name="csX25" fmla="*/ 1189037 w 1198562"/>
                  <a:gd name="csY25" fmla="*/ 419100 h 1700212"/>
                  <a:gd name="csX26" fmla="*/ 1184275 w 1198562"/>
                  <a:gd name="csY26" fmla="*/ 428625 h 1700212"/>
                  <a:gd name="csX27" fmla="*/ 1181100 w 1198562"/>
                  <a:gd name="csY27" fmla="*/ 439737 h 1700212"/>
                  <a:gd name="csX28" fmla="*/ 1179512 w 1198562"/>
                  <a:gd name="csY28" fmla="*/ 446087 h 1700212"/>
                  <a:gd name="csX29" fmla="*/ 1174750 w 1198562"/>
                  <a:gd name="csY29" fmla="*/ 460375 h 1700212"/>
                  <a:gd name="csX30" fmla="*/ 1173162 w 1198562"/>
                  <a:gd name="csY30" fmla="*/ 466725 h 1700212"/>
                  <a:gd name="csX31" fmla="*/ 1171575 w 1198562"/>
                  <a:gd name="csY31" fmla="*/ 474662 h 1700212"/>
                  <a:gd name="csX32" fmla="*/ 1168400 w 1198562"/>
                  <a:gd name="csY32" fmla="*/ 485775 h 1700212"/>
                  <a:gd name="csX33" fmla="*/ 1162050 w 1198562"/>
                  <a:gd name="csY33" fmla="*/ 504825 h 1700212"/>
                  <a:gd name="csX34" fmla="*/ 1160462 w 1198562"/>
                  <a:gd name="csY34" fmla="*/ 519112 h 1700212"/>
                  <a:gd name="csX35" fmla="*/ 1154112 w 1198562"/>
                  <a:gd name="csY35" fmla="*/ 525462 h 1700212"/>
                  <a:gd name="csX36" fmla="*/ 1149350 w 1198562"/>
                  <a:gd name="csY36" fmla="*/ 549275 h 1700212"/>
                  <a:gd name="csX37" fmla="*/ 1144587 w 1198562"/>
                  <a:gd name="csY37" fmla="*/ 558800 h 1700212"/>
                  <a:gd name="csX38" fmla="*/ 1138237 w 1198562"/>
                  <a:gd name="csY38" fmla="*/ 576262 h 1700212"/>
                  <a:gd name="csX39" fmla="*/ 1135062 w 1198562"/>
                  <a:gd name="csY39" fmla="*/ 587375 h 1700212"/>
                  <a:gd name="csX40" fmla="*/ 1131887 w 1198562"/>
                  <a:gd name="csY40" fmla="*/ 595312 h 1700212"/>
                  <a:gd name="csX41" fmla="*/ 1122362 w 1198562"/>
                  <a:gd name="csY41" fmla="*/ 635000 h 1700212"/>
                  <a:gd name="csX42" fmla="*/ 1116012 w 1198562"/>
                  <a:gd name="csY42" fmla="*/ 658812 h 1700212"/>
                  <a:gd name="csX43" fmla="*/ 1109662 w 1198562"/>
                  <a:gd name="csY43" fmla="*/ 671512 h 1700212"/>
                  <a:gd name="csX44" fmla="*/ 1104900 w 1198562"/>
                  <a:gd name="csY44" fmla="*/ 693737 h 1700212"/>
                  <a:gd name="csX45" fmla="*/ 1098550 w 1198562"/>
                  <a:gd name="csY45" fmla="*/ 719137 h 1700212"/>
                  <a:gd name="csX46" fmla="*/ 1092200 w 1198562"/>
                  <a:gd name="csY46" fmla="*/ 742950 h 1700212"/>
                  <a:gd name="csX47" fmla="*/ 1089025 w 1198562"/>
                  <a:gd name="csY47" fmla="*/ 754062 h 1700212"/>
                  <a:gd name="csX48" fmla="*/ 1079500 w 1198562"/>
                  <a:gd name="csY48" fmla="*/ 763587 h 1700212"/>
                  <a:gd name="csX49" fmla="*/ 1052512 w 1198562"/>
                  <a:gd name="csY49" fmla="*/ 806450 h 1700212"/>
                  <a:gd name="csX50" fmla="*/ 1030287 w 1198562"/>
                  <a:gd name="csY50" fmla="*/ 850900 h 1700212"/>
                  <a:gd name="csX51" fmla="*/ 1025525 w 1198562"/>
                  <a:gd name="csY51" fmla="*/ 865187 h 1700212"/>
                  <a:gd name="csX52" fmla="*/ 1001712 w 1198562"/>
                  <a:gd name="csY52" fmla="*/ 917575 h 1700212"/>
                  <a:gd name="csX53" fmla="*/ 990600 w 1198562"/>
                  <a:gd name="csY53" fmla="*/ 939800 h 1700212"/>
                  <a:gd name="csX54" fmla="*/ 982662 w 1198562"/>
                  <a:gd name="csY54" fmla="*/ 962025 h 1700212"/>
                  <a:gd name="csX55" fmla="*/ 973137 w 1198562"/>
                  <a:gd name="csY55" fmla="*/ 977900 h 1700212"/>
                  <a:gd name="csX56" fmla="*/ 950912 w 1198562"/>
                  <a:gd name="csY56" fmla="*/ 1012825 h 1700212"/>
                  <a:gd name="csX57" fmla="*/ 931862 w 1198562"/>
                  <a:gd name="csY57" fmla="*/ 1041400 h 1700212"/>
                  <a:gd name="csX58" fmla="*/ 911225 w 1198562"/>
                  <a:gd name="csY58" fmla="*/ 1074737 h 1700212"/>
                  <a:gd name="csX59" fmla="*/ 874712 w 1198562"/>
                  <a:gd name="csY59" fmla="*/ 1127125 h 1700212"/>
                  <a:gd name="csX60" fmla="*/ 835025 w 1198562"/>
                  <a:gd name="csY60" fmla="*/ 1195387 h 1700212"/>
                  <a:gd name="csX61" fmla="*/ 820737 w 1198562"/>
                  <a:gd name="csY61" fmla="*/ 1220787 h 1700212"/>
                  <a:gd name="csX62" fmla="*/ 790575 w 1198562"/>
                  <a:gd name="csY62" fmla="*/ 1268412 h 1700212"/>
                  <a:gd name="csX63" fmla="*/ 755650 w 1198562"/>
                  <a:gd name="csY63" fmla="*/ 1311275 h 1700212"/>
                  <a:gd name="csX64" fmla="*/ 736600 w 1198562"/>
                  <a:gd name="csY64" fmla="*/ 1339850 h 1700212"/>
                  <a:gd name="csX65" fmla="*/ 668337 w 1198562"/>
                  <a:gd name="csY65" fmla="*/ 1425575 h 1700212"/>
                  <a:gd name="csX66" fmla="*/ 644525 w 1198562"/>
                  <a:gd name="csY66" fmla="*/ 1454150 h 1700212"/>
                  <a:gd name="csX67" fmla="*/ 582612 w 1198562"/>
                  <a:gd name="csY67" fmla="*/ 1517650 h 1700212"/>
                  <a:gd name="csX68" fmla="*/ 560387 w 1198562"/>
                  <a:gd name="csY68" fmla="*/ 1538287 h 1700212"/>
                  <a:gd name="csX69" fmla="*/ 504825 w 1198562"/>
                  <a:gd name="csY69" fmla="*/ 1612900 h 1700212"/>
                  <a:gd name="csX70" fmla="*/ 488950 w 1198562"/>
                  <a:gd name="csY70" fmla="*/ 1635125 h 1700212"/>
                  <a:gd name="csX71" fmla="*/ 463550 w 1198562"/>
                  <a:gd name="csY71" fmla="*/ 1662112 h 1700212"/>
                  <a:gd name="csX72" fmla="*/ 446087 w 1198562"/>
                  <a:gd name="csY72" fmla="*/ 1685925 h 1700212"/>
                  <a:gd name="csX73" fmla="*/ 439737 w 1198562"/>
                  <a:gd name="csY73" fmla="*/ 1697037 h 1700212"/>
                  <a:gd name="csX74" fmla="*/ 434975 w 1198562"/>
                  <a:gd name="csY74" fmla="*/ 1700212 h 1700212"/>
                  <a:gd name="csX75" fmla="*/ 0 w 1198562"/>
                  <a:gd name="csY75" fmla="*/ 1268412 h 17002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1198562" h="1700212">
                    <a:moveTo>
                      <a:pt x="0" y="1268412"/>
                    </a:moveTo>
                    <a:lnTo>
                      <a:pt x="230187" y="1011237"/>
                    </a:lnTo>
                    <a:lnTo>
                      <a:pt x="355600" y="846137"/>
                    </a:lnTo>
                    <a:lnTo>
                      <a:pt x="492125" y="631825"/>
                    </a:lnTo>
                    <a:lnTo>
                      <a:pt x="584200" y="463550"/>
                    </a:lnTo>
                    <a:lnTo>
                      <a:pt x="647700" y="314325"/>
                    </a:lnTo>
                    <a:lnTo>
                      <a:pt x="700087" y="165100"/>
                    </a:lnTo>
                    <a:lnTo>
                      <a:pt x="720725" y="68262"/>
                    </a:lnTo>
                    <a:lnTo>
                      <a:pt x="736600" y="0"/>
                    </a:lnTo>
                    <a:lnTo>
                      <a:pt x="1143000" y="14287"/>
                    </a:lnTo>
                    <a:lnTo>
                      <a:pt x="1143000" y="31750"/>
                    </a:lnTo>
                    <a:lnTo>
                      <a:pt x="1168400" y="90487"/>
                    </a:lnTo>
                    <a:lnTo>
                      <a:pt x="1169987" y="120650"/>
                    </a:lnTo>
                    <a:lnTo>
                      <a:pt x="1179512" y="152400"/>
                    </a:lnTo>
                    <a:cubicBezTo>
                      <a:pt x="1180570" y="157692"/>
                      <a:pt x="1181473" y="163017"/>
                      <a:pt x="1182687" y="168275"/>
                    </a:cubicBezTo>
                    <a:cubicBezTo>
                      <a:pt x="1183063" y="169905"/>
                      <a:pt x="1184156" y="171368"/>
                      <a:pt x="1184275" y="173037"/>
                    </a:cubicBezTo>
                    <a:cubicBezTo>
                      <a:pt x="1185218" y="186243"/>
                      <a:pt x="1184731" y="199533"/>
                      <a:pt x="1185862" y="212725"/>
                    </a:cubicBezTo>
                    <a:cubicBezTo>
                      <a:pt x="1186800" y="223669"/>
                      <a:pt x="1189691" y="229627"/>
                      <a:pt x="1192212" y="239712"/>
                    </a:cubicBezTo>
                    <a:cubicBezTo>
                      <a:pt x="1192867" y="242330"/>
                      <a:pt x="1193271" y="245004"/>
                      <a:pt x="1193800" y="247650"/>
                    </a:cubicBezTo>
                    <a:cubicBezTo>
                      <a:pt x="1194329" y="257175"/>
                      <a:pt x="1194707" y="266710"/>
                      <a:pt x="1195387" y="276225"/>
                    </a:cubicBezTo>
                    <a:cubicBezTo>
                      <a:pt x="1196056" y="285595"/>
                      <a:pt x="1197393" y="295447"/>
                      <a:pt x="1198562" y="304800"/>
                    </a:cubicBezTo>
                    <a:cubicBezTo>
                      <a:pt x="1198033" y="315912"/>
                      <a:pt x="1197458" y="327023"/>
                      <a:pt x="1196975" y="338137"/>
                    </a:cubicBezTo>
                    <a:cubicBezTo>
                      <a:pt x="1196400" y="351364"/>
                      <a:pt x="1196551" y="364636"/>
                      <a:pt x="1195387" y="377825"/>
                    </a:cubicBezTo>
                    <a:cubicBezTo>
                      <a:pt x="1194958" y="382685"/>
                      <a:pt x="1193169" y="387328"/>
                      <a:pt x="1192212" y="392112"/>
                    </a:cubicBezTo>
                    <a:cubicBezTo>
                      <a:pt x="1191581" y="395268"/>
                      <a:pt x="1191001" y="398440"/>
                      <a:pt x="1190625" y="401637"/>
                    </a:cubicBezTo>
                    <a:cubicBezTo>
                      <a:pt x="1189942" y="407442"/>
                      <a:pt x="1190376" y="413410"/>
                      <a:pt x="1189037" y="419100"/>
                    </a:cubicBezTo>
                    <a:cubicBezTo>
                      <a:pt x="1188224" y="422555"/>
                      <a:pt x="1185549" y="425312"/>
                      <a:pt x="1184275" y="428625"/>
                    </a:cubicBezTo>
                    <a:cubicBezTo>
                      <a:pt x="1182892" y="432220"/>
                      <a:pt x="1182114" y="436021"/>
                      <a:pt x="1181100" y="439737"/>
                    </a:cubicBezTo>
                    <a:cubicBezTo>
                      <a:pt x="1180526" y="441842"/>
                      <a:pt x="1180154" y="444002"/>
                      <a:pt x="1179512" y="446087"/>
                    </a:cubicBezTo>
                    <a:cubicBezTo>
                      <a:pt x="1178036" y="450885"/>
                      <a:pt x="1175968" y="455505"/>
                      <a:pt x="1174750" y="460375"/>
                    </a:cubicBezTo>
                    <a:cubicBezTo>
                      <a:pt x="1174221" y="462492"/>
                      <a:pt x="1173635" y="464595"/>
                      <a:pt x="1173162" y="466725"/>
                    </a:cubicBezTo>
                    <a:cubicBezTo>
                      <a:pt x="1172577" y="469359"/>
                      <a:pt x="1172229" y="472045"/>
                      <a:pt x="1171575" y="474662"/>
                    </a:cubicBezTo>
                    <a:cubicBezTo>
                      <a:pt x="1170641" y="478400"/>
                      <a:pt x="1169560" y="482101"/>
                      <a:pt x="1168400" y="485775"/>
                    </a:cubicBezTo>
                    <a:cubicBezTo>
                      <a:pt x="1166384" y="492158"/>
                      <a:pt x="1162050" y="504825"/>
                      <a:pt x="1162050" y="504825"/>
                    </a:cubicBezTo>
                    <a:cubicBezTo>
                      <a:pt x="1161521" y="509587"/>
                      <a:pt x="1162182" y="514640"/>
                      <a:pt x="1160462" y="519112"/>
                    </a:cubicBezTo>
                    <a:cubicBezTo>
                      <a:pt x="1159387" y="521906"/>
                      <a:pt x="1155147" y="522653"/>
                      <a:pt x="1154112" y="525462"/>
                    </a:cubicBezTo>
                    <a:cubicBezTo>
                      <a:pt x="1151314" y="533058"/>
                      <a:pt x="1152970" y="542035"/>
                      <a:pt x="1149350" y="549275"/>
                    </a:cubicBezTo>
                    <a:lnTo>
                      <a:pt x="1144587" y="558800"/>
                    </a:lnTo>
                    <a:cubicBezTo>
                      <a:pt x="1140837" y="585056"/>
                      <a:pt x="1146510" y="558062"/>
                      <a:pt x="1138237" y="576262"/>
                    </a:cubicBezTo>
                    <a:cubicBezTo>
                      <a:pt x="1136643" y="579769"/>
                      <a:pt x="1136280" y="583720"/>
                      <a:pt x="1135062" y="587375"/>
                    </a:cubicBezTo>
                    <a:cubicBezTo>
                      <a:pt x="1134161" y="590078"/>
                      <a:pt x="1132788" y="592609"/>
                      <a:pt x="1131887" y="595312"/>
                    </a:cubicBezTo>
                    <a:cubicBezTo>
                      <a:pt x="1127542" y="608348"/>
                      <a:pt x="1125723" y="621555"/>
                      <a:pt x="1122362" y="635000"/>
                    </a:cubicBezTo>
                    <a:cubicBezTo>
                      <a:pt x="1121555" y="638227"/>
                      <a:pt x="1117470" y="655166"/>
                      <a:pt x="1116012" y="658812"/>
                    </a:cubicBezTo>
                    <a:cubicBezTo>
                      <a:pt x="1114254" y="663206"/>
                      <a:pt x="1109662" y="671512"/>
                      <a:pt x="1109662" y="671512"/>
                    </a:cubicBezTo>
                    <a:cubicBezTo>
                      <a:pt x="1103842" y="694798"/>
                      <a:pt x="1115736" y="646781"/>
                      <a:pt x="1104900" y="693737"/>
                    </a:cubicBezTo>
                    <a:cubicBezTo>
                      <a:pt x="1102938" y="702241"/>
                      <a:pt x="1100512" y="710633"/>
                      <a:pt x="1098550" y="719137"/>
                    </a:cubicBezTo>
                    <a:cubicBezTo>
                      <a:pt x="1089273" y="759339"/>
                      <a:pt x="1100307" y="718630"/>
                      <a:pt x="1092200" y="742950"/>
                    </a:cubicBezTo>
                    <a:cubicBezTo>
                      <a:pt x="1090982" y="746605"/>
                      <a:pt x="1091044" y="750781"/>
                      <a:pt x="1089025" y="754062"/>
                    </a:cubicBezTo>
                    <a:cubicBezTo>
                      <a:pt x="1086672" y="757886"/>
                      <a:pt x="1082067" y="759903"/>
                      <a:pt x="1079500" y="763587"/>
                    </a:cubicBezTo>
                    <a:cubicBezTo>
                      <a:pt x="1069846" y="777438"/>
                      <a:pt x="1060346" y="791494"/>
                      <a:pt x="1052512" y="806450"/>
                    </a:cubicBezTo>
                    <a:cubicBezTo>
                      <a:pt x="1046477" y="817971"/>
                      <a:pt x="1035720" y="836413"/>
                      <a:pt x="1030287" y="850900"/>
                    </a:cubicBezTo>
                    <a:cubicBezTo>
                      <a:pt x="1028524" y="855600"/>
                      <a:pt x="1027419" y="860538"/>
                      <a:pt x="1025525" y="865187"/>
                    </a:cubicBezTo>
                    <a:cubicBezTo>
                      <a:pt x="1021388" y="875341"/>
                      <a:pt x="1007047" y="906524"/>
                      <a:pt x="1001712" y="917575"/>
                    </a:cubicBezTo>
                    <a:cubicBezTo>
                      <a:pt x="998111" y="925034"/>
                      <a:pt x="993386" y="932000"/>
                      <a:pt x="990600" y="939800"/>
                    </a:cubicBezTo>
                    <a:cubicBezTo>
                      <a:pt x="987954" y="947208"/>
                      <a:pt x="985940" y="954874"/>
                      <a:pt x="982662" y="962025"/>
                    </a:cubicBezTo>
                    <a:cubicBezTo>
                      <a:pt x="980091" y="967635"/>
                      <a:pt x="976408" y="972667"/>
                      <a:pt x="973137" y="977900"/>
                    </a:cubicBezTo>
                    <a:cubicBezTo>
                      <a:pt x="965824" y="989602"/>
                      <a:pt x="958432" y="1001255"/>
                      <a:pt x="950912" y="1012825"/>
                    </a:cubicBezTo>
                    <a:cubicBezTo>
                      <a:pt x="944673" y="1022423"/>
                      <a:pt x="938040" y="1031762"/>
                      <a:pt x="931862" y="1041400"/>
                    </a:cubicBezTo>
                    <a:cubicBezTo>
                      <a:pt x="924809" y="1052403"/>
                      <a:pt x="919193" y="1064378"/>
                      <a:pt x="911225" y="1074737"/>
                    </a:cubicBezTo>
                    <a:cubicBezTo>
                      <a:pt x="896535" y="1093835"/>
                      <a:pt x="887164" y="1104889"/>
                      <a:pt x="874712" y="1127125"/>
                    </a:cubicBezTo>
                    <a:cubicBezTo>
                      <a:pt x="821463" y="1222211"/>
                      <a:pt x="879218" y="1120259"/>
                      <a:pt x="835025" y="1195387"/>
                    </a:cubicBezTo>
                    <a:cubicBezTo>
                      <a:pt x="830100" y="1203760"/>
                      <a:pt x="825615" y="1212386"/>
                      <a:pt x="820737" y="1220787"/>
                    </a:cubicBezTo>
                    <a:cubicBezTo>
                      <a:pt x="811172" y="1237261"/>
                      <a:pt x="801661" y="1252891"/>
                      <a:pt x="790575" y="1268412"/>
                    </a:cubicBezTo>
                    <a:cubicBezTo>
                      <a:pt x="746554" y="1330041"/>
                      <a:pt x="805303" y="1245072"/>
                      <a:pt x="755650" y="1311275"/>
                    </a:cubicBezTo>
                    <a:cubicBezTo>
                      <a:pt x="748781" y="1320433"/>
                      <a:pt x="743442" y="1330672"/>
                      <a:pt x="736600" y="1339850"/>
                    </a:cubicBezTo>
                    <a:cubicBezTo>
                      <a:pt x="713791" y="1370447"/>
                      <a:pt x="692126" y="1396864"/>
                      <a:pt x="668337" y="1425575"/>
                    </a:cubicBezTo>
                    <a:cubicBezTo>
                      <a:pt x="660427" y="1435122"/>
                      <a:pt x="653181" y="1445273"/>
                      <a:pt x="644525" y="1454150"/>
                    </a:cubicBezTo>
                    <a:cubicBezTo>
                      <a:pt x="623887" y="1475317"/>
                      <a:pt x="604275" y="1497534"/>
                      <a:pt x="582612" y="1517650"/>
                    </a:cubicBezTo>
                    <a:cubicBezTo>
                      <a:pt x="575204" y="1524529"/>
                      <a:pt x="567388" y="1530994"/>
                      <a:pt x="560387" y="1538287"/>
                    </a:cubicBezTo>
                    <a:cubicBezTo>
                      <a:pt x="543393" y="1555988"/>
                      <a:pt x="512275" y="1602470"/>
                      <a:pt x="504825" y="1612900"/>
                    </a:cubicBezTo>
                    <a:cubicBezTo>
                      <a:pt x="499533" y="1620308"/>
                      <a:pt x="495190" y="1628495"/>
                      <a:pt x="488950" y="1635125"/>
                    </a:cubicBezTo>
                    <a:cubicBezTo>
                      <a:pt x="480483" y="1644121"/>
                      <a:pt x="469549" y="1651313"/>
                      <a:pt x="463550" y="1662112"/>
                    </a:cubicBezTo>
                    <a:cubicBezTo>
                      <a:pt x="446052" y="1693607"/>
                      <a:pt x="465546" y="1661601"/>
                      <a:pt x="446087" y="1685925"/>
                    </a:cubicBezTo>
                    <a:cubicBezTo>
                      <a:pt x="441104" y="1692153"/>
                      <a:pt x="444994" y="1691780"/>
                      <a:pt x="439737" y="1697037"/>
                    </a:cubicBezTo>
                    <a:cubicBezTo>
                      <a:pt x="438388" y="1698386"/>
                      <a:pt x="436562" y="1699154"/>
                      <a:pt x="434975" y="1700212"/>
                    </a:cubicBezTo>
                    <a:lnTo>
                      <a:pt x="0" y="126841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Полилиния: фигура 33">
                <a:extLst>
                  <a:ext uri="{FF2B5EF4-FFF2-40B4-BE49-F238E27FC236}">
                    <a16:creationId xmlns:a16="http://schemas.microsoft.com/office/drawing/2014/main" id="{C9323550-027A-F317-4A0B-0EA850A3B0B5}"/>
                  </a:ext>
                </a:extLst>
              </p:cNvPr>
              <p:cNvSpPr/>
              <p:nvPr/>
            </p:nvSpPr>
            <p:spPr>
              <a:xfrm>
                <a:off x="7087096" y="4849432"/>
                <a:ext cx="639762" cy="942975"/>
              </a:xfrm>
              <a:custGeom>
                <a:avLst/>
                <a:gdLst>
                  <a:gd name="csX0" fmla="*/ 0 w 639762"/>
                  <a:gd name="csY0" fmla="*/ 942975 h 942975"/>
                  <a:gd name="csX1" fmla="*/ 138112 w 639762"/>
                  <a:gd name="csY1" fmla="*/ 790575 h 942975"/>
                  <a:gd name="csX2" fmla="*/ 263525 w 639762"/>
                  <a:gd name="csY2" fmla="*/ 646113 h 942975"/>
                  <a:gd name="csX3" fmla="*/ 368300 w 639762"/>
                  <a:gd name="csY3" fmla="*/ 498475 h 942975"/>
                  <a:gd name="csX4" fmla="*/ 479425 w 639762"/>
                  <a:gd name="csY4" fmla="*/ 323850 h 942975"/>
                  <a:gd name="csX5" fmla="*/ 576262 w 639762"/>
                  <a:gd name="csY5" fmla="*/ 150813 h 942975"/>
                  <a:gd name="csX6" fmla="*/ 639762 w 639762"/>
                  <a:gd name="csY6" fmla="*/ 0 h 942975"/>
                  <a:gd name="csX7" fmla="*/ 601662 w 639762"/>
                  <a:gd name="csY7" fmla="*/ 1588 h 942975"/>
                  <a:gd name="csX8" fmla="*/ 587375 w 639762"/>
                  <a:gd name="csY8" fmla="*/ 7938 h 942975"/>
                  <a:gd name="csX9" fmla="*/ 0 w 639762"/>
                  <a:gd name="csY9" fmla="*/ 942975 h 9429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39762" h="942975">
                    <a:moveTo>
                      <a:pt x="0" y="942975"/>
                    </a:moveTo>
                    <a:lnTo>
                      <a:pt x="138112" y="790575"/>
                    </a:lnTo>
                    <a:lnTo>
                      <a:pt x="263525" y="646113"/>
                    </a:lnTo>
                    <a:lnTo>
                      <a:pt x="368300" y="498475"/>
                    </a:lnTo>
                    <a:lnTo>
                      <a:pt x="479425" y="323850"/>
                    </a:lnTo>
                    <a:lnTo>
                      <a:pt x="576262" y="150813"/>
                    </a:lnTo>
                    <a:lnTo>
                      <a:pt x="639762" y="0"/>
                    </a:lnTo>
                    <a:lnTo>
                      <a:pt x="601662" y="1588"/>
                    </a:lnTo>
                    <a:lnTo>
                      <a:pt x="587375" y="7938"/>
                    </a:lnTo>
                    <a:lnTo>
                      <a:pt x="0" y="94297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6" name="Полилиния: фигура 35">
                <a:extLst>
                  <a:ext uri="{FF2B5EF4-FFF2-40B4-BE49-F238E27FC236}">
                    <a16:creationId xmlns:a16="http://schemas.microsoft.com/office/drawing/2014/main" id="{A179373F-C617-FC58-12B7-D1F9F2A799DE}"/>
                  </a:ext>
                </a:extLst>
              </p:cNvPr>
              <p:cNvSpPr/>
              <p:nvPr/>
            </p:nvSpPr>
            <p:spPr>
              <a:xfrm>
                <a:off x="7075983" y="5727320"/>
                <a:ext cx="45719" cy="45719"/>
              </a:xfrm>
              <a:custGeom>
                <a:avLst/>
                <a:gdLst>
                  <a:gd name="csX0" fmla="*/ 30163 w 30163"/>
                  <a:gd name="csY0" fmla="*/ 0 h 58737"/>
                  <a:gd name="csX1" fmla="*/ 30163 w 30163"/>
                  <a:gd name="csY1" fmla="*/ 0 h 58737"/>
                  <a:gd name="csX2" fmla="*/ 0 w 30163"/>
                  <a:gd name="csY2" fmla="*/ 58737 h 58737"/>
                  <a:gd name="csX3" fmla="*/ 22225 w 30163"/>
                  <a:gd name="csY3" fmla="*/ 57150 h 58737"/>
                  <a:gd name="csX4" fmla="*/ 30163 w 30163"/>
                  <a:gd name="csY4" fmla="*/ 0 h 58737"/>
                </a:gdLst>
                <a:ahLst/>
                <a:cxnLst>
                  <a:cxn ang="0">
                    <a:pos x="csX0" y="csY0"/>
                  </a:cxn>
                  <a:cxn ang="0">
                    <a:pos x="csX1" y="csY1"/>
                  </a:cxn>
                  <a:cxn ang="0">
                    <a:pos x="csX2" y="csY2"/>
                  </a:cxn>
                  <a:cxn ang="0">
                    <a:pos x="csX3" y="csY3"/>
                  </a:cxn>
                  <a:cxn ang="0">
                    <a:pos x="csX4" y="csY4"/>
                  </a:cxn>
                </a:cxnLst>
                <a:rect l="l" t="t" r="r" b="b"/>
                <a:pathLst>
                  <a:path w="30163" h="58737">
                    <a:moveTo>
                      <a:pt x="30163" y="0"/>
                    </a:moveTo>
                    <a:lnTo>
                      <a:pt x="30163" y="0"/>
                    </a:lnTo>
                    <a:lnTo>
                      <a:pt x="0" y="58737"/>
                    </a:lnTo>
                    <a:lnTo>
                      <a:pt x="22225" y="57150"/>
                    </a:lnTo>
                    <a:lnTo>
                      <a:pt x="3016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Полилиния: фигура 37">
                <a:extLst>
                  <a:ext uri="{FF2B5EF4-FFF2-40B4-BE49-F238E27FC236}">
                    <a16:creationId xmlns:a16="http://schemas.microsoft.com/office/drawing/2014/main" id="{1EC3BFF0-CE66-53A4-5617-7E16FFD834E3}"/>
                  </a:ext>
                </a:extLst>
              </p:cNvPr>
              <p:cNvSpPr/>
              <p:nvPr/>
            </p:nvSpPr>
            <p:spPr>
              <a:xfrm>
                <a:off x="7277596" y="3561970"/>
                <a:ext cx="508000" cy="546100"/>
              </a:xfrm>
              <a:custGeom>
                <a:avLst/>
                <a:gdLst>
                  <a:gd name="csX0" fmla="*/ 508000 w 508000"/>
                  <a:gd name="csY0" fmla="*/ 546100 h 546100"/>
                  <a:gd name="csX1" fmla="*/ 457200 w 508000"/>
                  <a:gd name="csY1" fmla="*/ 460375 h 546100"/>
                  <a:gd name="csX2" fmla="*/ 415925 w 508000"/>
                  <a:gd name="csY2" fmla="*/ 417512 h 546100"/>
                  <a:gd name="csX3" fmla="*/ 0 w 508000"/>
                  <a:gd name="csY3" fmla="*/ 0 h 546100"/>
                  <a:gd name="csX4" fmla="*/ 31750 w 508000"/>
                  <a:gd name="csY4" fmla="*/ 39687 h 546100"/>
                  <a:gd name="csX5" fmla="*/ 46037 w 508000"/>
                  <a:gd name="csY5" fmla="*/ 66675 h 546100"/>
                  <a:gd name="csX6" fmla="*/ 65087 w 508000"/>
                  <a:gd name="csY6" fmla="*/ 104775 h 546100"/>
                  <a:gd name="csX7" fmla="*/ 88900 w 508000"/>
                  <a:gd name="csY7" fmla="*/ 168275 h 546100"/>
                  <a:gd name="csX8" fmla="*/ 106362 w 508000"/>
                  <a:gd name="csY8" fmla="*/ 247650 h 546100"/>
                  <a:gd name="csX9" fmla="*/ 120650 w 508000"/>
                  <a:gd name="csY9" fmla="*/ 342900 h 546100"/>
                  <a:gd name="csX10" fmla="*/ 117475 w 508000"/>
                  <a:gd name="csY10" fmla="*/ 400050 h 546100"/>
                  <a:gd name="csX11" fmla="*/ 109537 w 508000"/>
                  <a:gd name="csY11" fmla="*/ 488950 h 546100"/>
                  <a:gd name="csX12" fmla="*/ 106362 w 508000"/>
                  <a:gd name="csY12" fmla="*/ 527050 h 546100"/>
                  <a:gd name="csX13" fmla="*/ 106362 w 508000"/>
                  <a:gd name="csY13" fmla="*/ 527050 h 546100"/>
                  <a:gd name="csX14" fmla="*/ 508000 w 508000"/>
                  <a:gd name="csY14" fmla="*/ 546100 h 546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8000" h="546100">
                    <a:moveTo>
                      <a:pt x="508000" y="546100"/>
                    </a:moveTo>
                    <a:lnTo>
                      <a:pt x="457200" y="460375"/>
                    </a:lnTo>
                    <a:lnTo>
                      <a:pt x="415925" y="417512"/>
                    </a:lnTo>
                    <a:lnTo>
                      <a:pt x="0" y="0"/>
                    </a:lnTo>
                    <a:lnTo>
                      <a:pt x="31750" y="39687"/>
                    </a:lnTo>
                    <a:lnTo>
                      <a:pt x="46037" y="66675"/>
                    </a:lnTo>
                    <a:lnTo>
                      <a:pt x="65087" y="104775"/>
                    </a:lnTo>
                    <a:lnTo>
                      <a:pt x="88900" y="168275"/>
                    </a:lnTo>
                    <a:lnTo>
                      <a:pt x="106362" y="247650"/>
                    </a:lnTo>
                    <a:lnTo>
                      <a:pt x="120650" y="342900"/>
                    </a:lnTo>
                    <a:lnTo>
                      <a:pt x="117475" y="400050"/>
                    </a:lnTo>
                    <a:lnTo>
                      <a:pt x="109537" y="488950"/>
                    </a:lnTo>
                    <a:lnTo>
                      <a:pt x="106362" y="527050"/>
                    </a:lnTo>
                    <a:lnTo>
                      <a:pt x="106362" y="527050"/>
                    </a:lnTo>
                    <a:lnTo>
                      <a:pt x="508000" y="5461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Овал 39">
                <a:extLst>
                  <a:ext uri="{FF2B5EF4-FFF2-40B4-BE49-F238E27FC236}">
                    <a16:creationId xmlns:a16="http://schemas.microsoft.com/office/drawing/2014/main" id="{138DEF06-8D67-1086-2522-0D2B9D635D10}"/>
                  </a:ext>
                </a:extLst>
              </p:cNvPr>
              <p:cNvSpPr/>
              <p:nvPr/>
            </p:nvSpPr>
            <p:spPr>
              <a:xfrm rot="20483490">
                <a:off x="7780833" y="3998532"/>
                <a:ext cx="84137" cy="1746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Полилиния: фигура 41">
                <a:extLst>
                  <a:ext uri="{FF2B5EF4-FFF2-40B4-BE49-F238E27FC236}">
                    <a16:creationId xmlns:a16="http://schemas.microsoft.com/office/drawing/2014/main" id="{D7414870-32A5-B079-093E-18DECC4E966E}"/>
                  </a:ext>
                </a:extLst>
              </p:cNvPr>
              <p:cNvSpPr/>
              <p:nvPr/>
            </p:nvSpPr>
            <p:spPr>
              <a:xfrm>
                <a:off x="7272684" y="3561569"/>
                <a:ext cx="119920" cy="289449"/>
              </a:xfrm>
              <a:custGeom>
                <a:avLst/>
                <a:gdLst>
                  <a:gd name="csX0" fmla="*/ 149 w 119920"/>
                  <a:gd name="csY0" fmla="*/ 401 h 289449"/>
                  <a:gd name="csX1" fmla="*/ 38249 w 119920"/>
                  <a:gd name="csY1" fmla="*/ 48026 h 289449"/>
                  <a:gd name="csX2" fmla="*/ 82699 w 119920"/>
                  <a:gd name="csY2" fmla="*/ 130576 h 289449"/>
                  <a:gd name="csX3" fmla="*/ 109687 w 119920"/>
                  <a:gd name="csY3" fmla="*/ 224238 h 289449"/>
                  <a:gd name="csX4" fmla="*/ 119212 w 119920"/>
                  <a:gd name="csY4" fmla="*/ 281388 h 289449"/>
                  <a:gd name="csX5" fmla="*/ 117624 w 119920"/>
                  <a:gd name="csY5" fmla="*/ 281388 h 289449"/>
                  <a:gd name="csX6" fmla="*/ 104924 w 119920"/>
                  <a:gd name="csY6" fmla="*/ 209951 h 289449"/>
                  <a:gd name="csX7" fmla="*/ 93812 w 119920"/>
                  <a:gd name="csY7" fmla="*/ 154388 h 289449"/>
                  <a:gd name="csX8" fmla="*/ 52537 w 119920"/>
                  <a:gd name="csY8" fmla="*/ 73426 h 289449"/>
                  <a:gd name="csX9" fmla="*/ 149 w 119920"/>
                  <a:gd name="csY9" fmla="*/ 401 h 289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9920" h="289449">
                    <a:moveTo>
                      <a:pt x="149" y="401"/>
                    </a:moveTo>
                    <a:cubicBezTo>
                      <a:pt x="-2232" y="-3832"/>
                      <a:pt x="24491" y="26330"/>
                      <a:pt x="38249" y="48026"/>
                    </a:cubicBezTo>
                    <a:cubicBezTo>
                      <a:pt x="52007" y="69722"/>
                      <a:pt x="70793" y="101207"/>
                      <a:pt x="82699" y="130576"/>
                    </a:cubicBezTo>
                    <a:cubicBezTo>
                      <a:pt x="94605" y="159945"/>
                      <a:pt x="103602" y="199103"/>
                      <a:pt x="109687" y="224238"/>
                    </a:cubicBezTo>
                    <a:cubicBezTo>
                      <a:pt x="115773" y="249373"/>
                      <a:pt x="117889" y="271863"/>
                      <a:pt x="119212" y="281388"/>
                    </a:cubicBezTo>
                    <a:cubicBezTo>
                      <a:pt x="120535" y="290913"/>
                      <a:pt x="120005" y="293294"/>
                      <a:pt x="117624" y="281388"/>
                    </a:cubicBezTo>
                    <a:cubicBezTo>
                      <a:pt x="115243" y="269482"/>
                      <a:pt x="108893" y="231118"/>
                      <a:pt x="104924" y="209951"/>
                    </a:cubicBezTo>
                    <a:cubicBezTo>
                      <a:pt x="100955" y="188784"/>
                      <a:pt x="102543" y="177142"/>
                      <a:pt x="93812" y="154388"/>
                    </a:cubicBezTo>
                    <a:cubicBezTo>
                      <a:pt x="85081" y="131634"/>
                      <a:pt x="66824" y="97768"/>
                      <a:pt x="52537" y="73426"/>
                    </a:cubicBezTo>
                    <a:cubicBezTo>
                      <a:pt x="38250" y="49084"/>
                      <a:pt x="2530" y="4634"/>
                      <a:pt x="149" y="401"/>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4" name="Полилиния: фигура 43">
                <a:extLst>
                  <a:ext uri="{FF2B5EF4-FFF2-40B4-BE49-F238E27FC236}">
                    <a16:creationId xmlns:a16="http://schemas.microsoft.com/office/drawing/2014/main" id="{30D25388-5CA2-061B-64F2-7FCEB45CC202}"/>
                  </a:ext>
                </a:extLst>
              </p:cNvPr>
              <p:cNvSpPr/>
              <p:nvPr/>
            </p:nvSpPr>
            <p:spPr>
              <a:xfrm>
                <a:off x="5290046" y="4162045"/>
                <a:ext cx="603249" cy="594254"/>
              </a:xfrm>
              <a:custGeom>
                <a:avLst/>
                <a:gdLst>
                  <a:gd name="csX0" fmla="*/ 158750 w 588433"/>
                  <a:gd name="csY0" fmla="*/ 0 h 588434"/>
                  <a:gd name="csX1" fmla="*/ 0 w 588433"/>
                  <a:gd name="csY1" fmla="*/ 131234 h 588434"/>
                  <a:gd name="csX2" fmla="*/ 103716 w 588433"/>
                  <a:gd name="csY2" fmla="*/ 124884 h 588434"/>
                  <a:gd name="csX3" fmla="*/ 14816 w 588433"/>
                  <a:gd name="csY3" fmla="*/ 289984 h 588434"/>
                  <a:gd name="csX4" fmla="*/ 74083 w 588433"/>
                  <a:gd name="csY4" fmla="*/ 298450 h 588434"/>
                  <a:gd name="csX5" fmla="*/ 74083 w 588433"/>
                  <a:gd name="csY5" fmla="*/ 338667 h 588434"/>
                  <a:gd name="csX6" fmla="*/ 198966 w 588433"/>
                  <a:gd name="csY6" fmla="*/ 359834 h 588434"/>
                  <a:gd name="csX7" fmla="*/ 137583 w 588433"/>
                  <a:gd name="csY7" fmla="*/ 452967 h 588434"/>
                  <a:gd name="csX8" fmla="*/ 127000 w 588433"/>
                  <a:gd name="csY8" fmla="*/ 484717 h 588434"/>
                  <a:gd name="csX9" fmla="*/ 201083 w 588433"/>
                  <a:gd name="csY9" fmla="*/ 488950 h 588434"/>
                  <a:gd name="csX10" fmla="*/ 287866 w 588433"/>
                  <a:gd name="csY10" fmla="*/ 444500 h 588434"/>
                  <a:gd name="csX11" fmla="*/ 254000 w 588433"/>
                  <a:gd name="csY11" fmla="*/ 546100 h 588434"/>
                  <a:gd name="csX12" fmla="*/ 351366 w 588433"/>
                  <a:gd name="csY12" fmla="*/ 512234 h 588434"/>
                  <a:gd name="csX13" fmla="*/ 361950 w 588433"/>
                  <a:gd name="csY13" fmla="*/ 550334 h 588434"/>
                  <a:gd name="csX14" fmla="*/ 410633 w 588433"/>
                  <a:gd name="csY14" fmla="*/ 552450 h 588434"/>
                  <a:gd name="csX15" fmla="*/ 395816 w 588433"/>
                  <a:gd name="csY15" fmla="*/ 588434 h 588434"/>
                  <a:gd name="csX16" fmla="*/ 588433 w 588433"/>
                  <a:gd name="csY16" fmla="*/ 429684 h 588434"/>
                  <a:gd name="csX17" fmla="*/ 158750 w 588433"/>
                  <a:gd name="csY17" fmla="*/ 0 h 5884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588433" h="588434">
                    <a:moveTo>
                      <a:pt x="158750" y="0"/>
                    </a:moveTo>
                    <a:lnTo>
                      <a:pt x="0" y="131234"/>
                    </a:lnTo>
                    <a:lnTo>
                      <a:pt x="103716" y="124884"/>
                    </a:lnTo>
                    <a:lnTo>
                      <a:pt x="14816" y="289984"/>
                    </a:lnTo>
                    <a:lnTo>
                      <a:pt x="74083" y="298450"/>
                    </a:lnTo>
                    <a:lnTo>
                      <a:pt x="74083" y="338667"/>
                    </a:lnTo>
                    <a:lnTo>
                      <a:pt x="198966" y="359834"/>
                    </a:lnTo>
                    <a:lnTo>
                      <a:pt x="137583" y="452967"/>
                    </a:lnTo>
                    <a:lnTo>
                      <a:pt x="127000" y="484717"/>
                    </a:lnTo>
                    <a:lnTo>
                      <a:pt x="201083" y="488950"/>
                    </a:lnTo>
                    <a:lnTo>
                      <a:pt x="287866" y="444500"/>
                    </a:lnTo>
                    <a:lnTo>
                      <a:pt x="254000" y="546100"/>
                    </a:lnTo>
                    <a:lnTo>
                      <a:pt x="351366" y="512234"/>
                    </a:lnTo>
                    <a:lnTo>
                      <a:pt x="361950" y="550334"/>
                    </a:lnTo>
                    <a:lnTo>
                      <a:pt x="410633" y="552450"/>
                    </a:lnTo>
                    <a:lnTo>
                      <a:pt x="395816" y="588434"/>
                    </a:lnTo>
                    <a:lnTo>
                      <a:pt x="588433" y="429684"/>
                    </a:lnTo>
                    <a:lnTo>
                      <a:pt x="15875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grpSp>
        <p:sp>
          <p:nvSpPr>
            <p:cNvPr id="57" name="Прямоугольник 56">
              <a:extLst>
                <a:ext uri="{FF2B5EF4-FFF2-40B4-BE49-F238E27FC236}">
                  <a16:creationId xmlns:a16="http://schemas.microsoft.com/office/drawing/2014/main" id="{95E27B23-D6B7-51A2-BC9A-98BFC10104F2}"/>
                </a:ext>
              </a:extLst>
            </p:cNvPr>
            <p:cNvSpPr/>
            <p:nvPr/>
          </p:nvSpPr>
          <p:spPr>
            <a:xfrm rot="13496066" flipH="1" flipV="1">
              <a:off x="5847128" y="3343492"/>
              <a:ext cx="663907" cy="58750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1" name="Прямоугольник 60">
              <a:extLst>
                <a:ext uri="{FF2B5EF4-FFF2-40B4-BE49-F238E27FC236}">
                  <a16:creationId xmlns:a16="http://schemas.microsoft.com/office/drawing/2014/main" id="{A91C91F7-B881-AA45-67DF-A8D3DAD57FE5}"/>
                </a:ext>
              </a:extLst>
            </p:cNvPr>
            <p:cNvSpPr/>
            <p:nvPr/>
          </p:nvSpPr>
          <p:spPr>
            <a:xfrm rot="13496066" flipH="1" flipV="1">
              <a:off x="5019272" y="3551708"/>
              <a:ext cx="1376588" cy="168924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3" name="Прямоугольник 62">
              <a:extLst>
                <a:ext uri="{FF2B5EF4-FFF2-40B4-BE49-F238E27FC236}">
                  <a16:creationId xmlns:a16="http://schemas.microsoft.com/office/drawing/2014/main" id="{70EDDC0E-40B4-FAC5-933A-B9EBFC588CCC}"/>
                </a:ext>
              </a:extLst>
            </p:cNvPr>
            <p:cNvSpPr/>
            <p:nvPr/>
          </p:nvSpPr>
          <p:spPr>
            <a:xfrm rot="11049894" flipH="1" flipV="1">
              <a:off x="5352646" y="4752680"/>
              <a:ext cx="1376588" cy="81114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grpSp>
      <p:sp>
        <p:nvSpPr>
          <p:cNvPr id="2" name="Заголовок 1">
            <a:extLst>
              <a:ext uri="{FF2B5EF4-FFF2-40B4-BE49-F238E27FC236}">
                <a16:creationId xmlns:a16="http://schemas.microsoft.com/office/drawing/2014/main" id="{3C03ECB1-85EB-4C89-A5A4-10AC159AA800}"/>
              </a:ext>
            </a:extLst>
          </p:cNvPr>
          <p:cNvSpPr>
            <a:spLocks noGrp="1"/>
          </p:cNvSpPr>
          <p:nvPr>
            <p:ph type="ctrTitle"/>
          </p:nvPr>
        </p:nvSpPr>
        <p:spPr>
          <a:xfrm>
            <a:off x="1206592" y="8250125"/>
            <a:ext cx="8109585" cy="3261996"/>
          </a:xfrm>
        </p:spPr>
        <p:txBody>
          <a:bodyPr rtlCol="0"/>
          <a:lstStyle>
            <a:defPPr>
              <a:defRPr lang="ru-RU"/>
            </a:defPPr>
          </a:lstStyle>
          <a:p>
            <a:pPr rtl="0"/>
            <a:r>
              <a:rPr lang="ru-RU" sz="10000" dirty="0"/>
              <a:t>ЛИЧНОЕ ДЕЛО</a:t>
            </a:r>
          </a:p>
        </p:txBody>
      </p:sp>
      <p:sp>
        <p:nvSpPr>
          <p:cNvPr id="3" name="Подзаголовок 2">
            <a:extLst>
              <a:ext uri="{FF2B5EF4-FFF2-40B4-BE49-F238E27FC236}">
                <a16:creationId xmlns:a16="http://schemas.microsoft.com/office/drawing/2014/main" id="{03EBD8FD-730F-4DA8-8A22-CE9F30835CFB}"/>
              </a:ext>
            </a:extLst>
          </p:cNvPr>
          <p:cNvSpPr>
            <a:spLocks noGrp="1"/>
          </p:cNvSpPr>
          <p:nvPr>
            <p:ph type="subTitle" idx="1"/>
          </p:nvPr>
        </p:nvSpPr>
        <p:spPr>
          <a:xfrm>
            <a:off x="421750" y="13274145"/>
            <a:ext cx="9275860" cy="1588981"/>
          </a:xfrm>
        </p:spPr>
        <p:txBody>
          <a:bodyPr rtlCol="0">
            <a:noAutofit/>
          </a:bodyPr>
          <a:lstStyle>
            <a:defPPr>
              <a:defRPr lang="ru-RU"/>
            </a:defPPr>
          </a:lstStyle>
          <a:p>
            <a:r>
              <a:rPr lang="en-US" sz="3600" dirty="0" err="1"/>
              <a:t>ZXCDemonDestroyerCommander</a:t>
            </a:r>
            <a:r>
              <a:rPr lang="ru-RU" sz="3600" dirty="0"/>
              <a:t> </a:t>
            </a:r>
            <a:r>
              <a:rPr lang="en-US" sz="3600" dirty="0" err="1"/>
              <a:t>ApparationProtector</a:t>
            </a:r>
            <a:r>
              <a:rPr lang="ru-RU" sz="3600" dirty="0" err="1"/>
              <a:t>HunterProphet</a:t>
            </a:r>
            <a:r>
              <a:rPr lang="ru-RU" sz="3600" dirty="0"/>
              <a:t> </a:t>
            </a:r>
            <a:r>
              <a:rPr lang="ru-RU" sz="3600" dirty="0" err="1"/>
              <a:t>BreakerAssasinKing</a:t>
            </a:r>
            <a:endParaRPr lang="ru-RU" sz="3600" dirty="0"/>
          </a:p>
          <a:p>
            <a:pPr rtl="0"/>
            <a:r>
              <a:rPr lang="ru-RU" sz="1200" dirty="0"/>
              <a:t> </a:t>
            </a:r>
          </a:p>
        </p:txBody>
      </p:sp>
      <p:sp>
        <p:nvSpPr>
          <p:cNvPr id="88" name="TextBox 87">
            <a:extLst>
              <a:ext uri="{FF2B5EF4-FFF2-40B4-BE49-F238E27FC236}">
                <a16:creationId xmlns:a16="http://schemas.microsoft.com/office/drawing/2014/main" id="{325926F5-E998-9BFD-3FD5-23C53883A87B}"/>
              </a:ext>
            </a:extLst>
          </p:cNvPr>
          <p:cNvSpPr txBox="1"/>
          <p:nvPr/>
        </p:nvSpPr>
        <p:spPr>
          <a:xfrm>
            <a:off x="144022" y="11541303"/>
            <a:ext cx="9770356" cy="1323439"/>
          </a:xfrm>
          <a:prstGeom prst="rect">
            <a:avLst/>
          </a:prstGeom>
          <a:noFill/>
        </p:spPr>
        <p:txBody>
          <a:bodyPr wrap="square">
            <a:spAutoFit/>
          </a:bodyPr>
          <a:lstStyle/>
          <a:p>
            <a:r>
              <a:rPr kumimoji="0" lang="ru-RU" sz="8000" b="1" i="0" u="none" strike="noStrike" kern="1200" cap="none" spc="0" normalizeH="0" baseline="0" noProof="0" dirty="0">
                <a:ln>
                  <a:noFill/>
                </a:ln>
                <a:solidFill>
                  <a:schemeClr val="tx1">
                    <a:lumMod val="65000"/>
                    <a:lumOff val="35000"/>
                  </a:schemeClr>
                </a:solidFill>
                <a:effectLst>
                  <a:outerShdw dist="38100" dir="2700000" sx="102000" sy="102000" algn="tl" rotWithShape="0">
                    <a:prstClr val="black"/>
                  </a:outerShdw>
                </a:effectLst>
                <a:uLnTx/>
                <a:uFillTx/>
                <a:latin typeface="Verdana"/>
                <a:ea typeface="+mj-ea"/>
                <a:cs typeface="+mj-cs"/>
              </a:rPr>
              <a:t>ОПЕРАТИВНИКА</a:t>
            </a:r>
            <a:endParaRPr lang="ru-RU" sz="8000" b="1" dirty="0">
              <a:solidFill>
                <a:schemeClr val="tx1">
                  <a:lumMod val="65000"/>
                  <a:lumOff val="35000"/>
                </a:schemeClr>
              </a:solidFill>
            </a:endParaRPr>
          </a:p>
        </p:txBody>
      </p:sp>
      <p:pic>
        <p:nvPicPr>
          <p:cNvPr id="91" name="silent-partner-open-highway">
            <a:hlinkClick r:id="" action="ppaction://media"/>
            <a:extLst>
              <a:ext uri="{FF2B5EF4-FFF2-40B4-BE49-F238E27FC236}">
                <a16:creationId xmlns:a16="http://schemas.microsoft.com/office/drawing/2014/main" id="{AFA93FE6-63FC-1C52-BAE6-0384F8BCD35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584875" y="92843"/>
            <a:ext cx="406400" cy="406400"/>
          </a:xfrm>
          <a:prstGeom prst="rect">
            <a:avLst/>
          </a:prstGeom>
        </p:spPr>
      </p:pic>
    </p:spTree>
    <p:extLst>
      <p:ext uri="{BB962C8B-B14F-4D97-AF65-F5344CB8AC3E}">
        <p14:creationId xmlns:p14="http://schemas.microsoft.com/office/powerpoint/2010/main" val="2755641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1020" numSld="999" showWhenStopped="0">
                <p:cTn id="7" repeatCount="indefinite" fill="hold" display="0">
                  <p:stCondLst>
                    <p:cond delay="indefinite"/>
                  </p:stCondLst>
                  <p:endCondLst>
                    <p:cond evt="onStopAudio" delay="0">
                      <p:tgtEl>
                        <p:sldTgt/>
                      </p:tgtEl>
                    </p:cond>
                  </p:endCondLst>
                </p:cTn>
                <p:tgtEl>
                  <p:spTgt spid="91"/>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Текст 8">
            <a:extLst>
              <a:ext uri="{FF2B5EF4-FFF2-40B4-BE49-F238E27FC236}">
                <a16:creationId xmlns:a16="http://schemas.microsoft.com/office/drawing/2014/main" id="{074CFD37-37E8-42E9-8E75-476A40ED7DD5}"/>
              </a:ext>
            </a:extLst>
          </p:cNvPr>
          <p:cNvSpPr>
            <a:spLocks noGrp="1"/>
          </p:cNvSpPr>
          <p:nvPr>
            <p:ph type="body" sz="quarter" idx="15"/>
          </p:nvPr>
        </p:nvSpPr>
        <p:spPr>
          <a:xfrm>
            <a:off x="503308" y="573805"/>
            <a:ext cx="3080104" cy="3819626"/>
          </a:xfrm>
        </p:spPr>
        <p:txBody>
          <a:bodyPr rtlCol="0">
            <a:normAutofit/>
          </a:bodyPr>
          <a:lstStyle>
            <a:defPPr>
              <a:defRPr lang="ru-RU"/>
            </a:defPPr>
          </a:lstStyle>
          <a:p>
            <a:pPr rtl="0"/>
            <a:r>
              <a:rPr lang="ru-RU" sz="4400" dirty="0"/>
              <a:t>Дудинский</a:t>
            </a:r>
          </a:p>
          <a:p>
            <a:pPr rtl="0"/>
            <a:r>
              <a:rPr lang="ru-RU" sz="900" dirty="0"/>
              <a:t> </a:t>
            </a:r>
          </a:p>
          <a:p>
            <a:r>
              <a:rPr lang="ru-RU" sz="4400" dirty="0"/>
              <a:t>Артемович</a:t>
            </a:r>
          </a:p>
          <a:p>
            <a:endParaRPr lang="ru-RU" sz="900" dirty="0"/>
          </a:p>
          <a:p>
            <a:pPr rtl="0"/>
            <a:r>
              <a:rPr lang="ru-RU" sz="4400" dirty="0"/>
              <a:t>Юрий</a:t>
            </a:r>
          </a:p>
        </p:txBody>
      </p:sp>
      <p:sp>
        <p:nvSpPr>
          <p:cNvPr id="5" name="Текст 4">
            <a:extLst>
              <a:ext uri="{FF2B5EF4-FFF2-40B4-BE49-F238E27FC236}">
                <a16:creationId xmlns:a16="http://schemas.microsoft.com/office/drawing/2014/main" id="{D00D7EE5-C271-4359-93D3-B39B130CD3DD}"/>
              </a:ext>
            </a:extLst>
          </p:cNvPr>
          <p:cNvSpPr>
            <a:spLocks noGrp="1"/>
          </p:cNvSpPr>
          <p:nvPr>
            <p:ph type="body" sz="quarter" idx="11"/>
          </p:nvPr>
        </p:nvSpPr>
        <p:spPr>
          <a:xfrm>
            <a:off x="870969" y="5522217"/>
            <a:ext cx="2043681" cy="787242"/>
          </a:xfrm>
        </p:spPr>
        <p:txBody>
          <a:bodyPr rtlCol="0"/>
          <a:lstStyle>
            <a:defPPr>
              <a:defRPr lang="ru-RU"/>
            </a:defPPr>
          </a:lstStyle>
          <a:p>
            <a:pPr rtl="0"/>
            <a:r>
              <a:rPr lang="ru-RU" dirty="0"/>
              <a:t>02.07/</a:t>
            </a:r>
          </a:p>
        </p:txBody>
      </p:sp>
      <p:sp>
        <p:nvSpPr>
          <p:cNvPr id="11" name="Текст 10">
            <a:extLst>
              <a:ext uri="{FF2B5EF4-FFF2-40B4-BE49-F238E27FC236}">
                <a16:creationId xmlns:a16="http://schemas.microsoft.com/office/drawing/2014/main" id="{3E943E24-FF68-4C94-8D53-0D10F86B471C}"/>
              </a:ext>
            </a:extLst>
          </p:cNvPr>
          <p:cNvSpPr>
            <a:spLocks noGrp="1"/>
          </p:cNvSpPr>
          <p:nvPr>
            <p:ph type="body" sz="quarter" idx="17"/>
          </p:nvPr>
        </p:nvSpPr>
        <p:spPr>
          <a:xfrm>
            <a:off x="2605736" y="5522217"/>
            <a:ext cx="1623366" cy="787242"/>
          </a:xfrm>
        </p:spPr>
        <p:txBody>
          <a:bodyPr rtlCol="0"/>
          <a:lstStyle>
            <a:defPPr>
              <a:defRPr lang="ru-RU"/>
            </a:defPPr>
          </a:lstStyle>
          <a:p>
            <a:pPr rtl="0"/>
            <a:r>
              <a:rPr lang="ru-RU" dirty="0"/>
              <a:t>2008</a:t>
            </a:r>
          </a:p>
          <a:p>
            <a:pPr rtl="0"/>
            <a:endParaRPr lang="ru-RU" dirty="0"/>
          </a:p>
        </p:txBody>
      </p:sp>
      <p:sp>
        <p:nvSpPr>
          <p:cNvPr id="12" name="Текст 11">
            <a:extLst>
              <a:ext uri="{FF2B5EF4-FFF2-40B4-BE49-F238E27FC236}">
                <a16:creationId xmlns:a16="http://schemas.microsoft.com/office/drawing/2014/main" id="{3C24CF95-8E27-4024-9B78-51114889B51F}"/>
              </a:ext>
            </a:extLst>
          </p:cNvPr>
          <p:cNvSpPr>
            <a:spLocks noGrp="1"/>
          </p:cNvSpPr>
          <p:nvPr>
            <p:ph type="body" sz="quarter" idx="18"/>
          </p:nvPr>
        </p:nvSpPr>
        <p:spPr/>
        <p:txBody>
          <a:bodyPr rtlCol="0"/>
          <a:lstStyle>
            <a:defPPr>
              <a:defRPr lang="ru-RU"/>
            </a:defPPr>
          </a:lstStyle>
          <a:p>
            <a:pPr rtl="0"/>
            <a:r>
              <a:rPr lang="ru-RU" sz="6000" dirty="0"/>
              <a:t>ОСНОВНАЯ ИНФОРМАЦИЯ</a:t>
            </a:r>
          </a:p>
        </p:txBody>
      </p:sp>
      <p:sp>
        <p:nvSpPr>
          <p:cNvPr id="7" name="Текст 6">
            <a:extLst>
              <a:ext uri="{FF2B5EF4-FFF2-40B4-BE49-F238E27FC236}">
                <a16:creationId xmlns:a16="http://schemas.microsoft.com/office/drawing/2014/main" id="{8EDA27A5-1610-49ED-A016-7BE5A99ECBBF}"/>
              </a:ext>
            </a:extLst>
          </p:cNvPr>
          <p:cNvSpPr>
            <a:spLocks noGrp="1"/>
          </p:cNvSpPr>
          <p:nvPr>
            <p:ph type="body" sz="quarter" idx="13"/>
          </p:nvPr>
        </p:nvSpPr>
        <p:spPr>
          <a:xfrm>
            <a:off x="870969" y="9372392"/>
            <a:ext cx="2923804" cy="581396"/>
          </a:xfrm>
        </p:spPr>
        <p:txBody>
          <a:bodyPr rtlCol="0"/>
          <a:lstStyle>
            <a:defPPr>
              <a:defRPr lang="ru-RU"/>
            </a:defPPr>
          </a:lstStyle>
          <a:p>
            <a:pPr algn="l" rtl="0"/>
            <a:r>
              <a:rPr lang="ru-RU" dirty="0"/>
              <a:t>Место рождения</a:t>
            </a:r>
            <a:r>
              <a:rPr lang="en-US" dirty="0"/>
              <a:t>:</a:t>
            </a:r>
          </a:p>
          <a:p>
            <a:pPr rtl="0"/>
            <a:r>
              <a:rPr lang="ru-RU" dirty="0" err="1">
                <a:solidFill>
                  <a:schemeClr val="bg1">
                    <a:lumMod val="75000"/>
                  </a:schemeClr>
                </a:solidFill>
              </a:rPr>
              <a:t>кр</a:t>
            </a:r>
            <a:r>
              <a:rPr lang="ru-RU" dirty="0">
                <a:solidFill>
                  <a:schemeClr val="bg1">
                    <a:lumMod val="75000"/>
                  </a:schemeClr>
                </a:solidFill>
              </a:rPr>
              <a:t>. Красноярский</a:t>
            </a:r>
          </a:p>
          <a:p>
            <a:pPr rtl="0"/>
            <a:r>
              <a:rPr lang="ru-RU" dirty="0">
                <a:solidFill>
                  <a:schemeClr val="bg1">
                    <a:lumMod val="75000"/>
                  </a:schemeClr>
                </a:solidFill>
              </a:rPr>
              <a:t>г. Железногорск</a:t>
            </a:r>
          </a:p>
          <a:p>
            <a:pPr rtl="0"/>
            <a:r>
              <a:rPr lang="ru-RU" dirty="0">
                <a:solidFill>
                  <a:schemeClr val="bg1">
                    <a:lumMod val="75000"/>
                  </a:schemeClr>
                </a:solidFill>
              </a:rPr>
              <a:t>…</a:t>
            </a:r>
          </a:p>
        </p:txBody>
      </p:sp>
      <p:cxnSp>
        <p:nvCxnSpPr>
          <p:cNvPr id="27" name="Прямая соединительная линия 26">
            <a:extLst>
              <a:ext uri="{FF2B5EF4-FFF2-40B4-BE49-F238E27FC236}">
                <a16:creationId xmlns:a16="http://schemas.microsoft.com/office/drawing/2014/main" id="{50DA6B98-0ED3-9307-9079-8B4A503C8E58}"/>
              </a:ext>
            </a:extLst>
          </p:cNvPr>
          <p:cNvCxnSpPr>
            <a:cxnSpLocks/>
          </p:cNvCxnSpPr>
          <p:nvPr/>
        </p:nvCxnSpPr>
        <p:spPr>
          <a:xfrm>
            <a:off x="540200" y="2050181"/>
            <a:ext cx="2806978"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a:extLst>
              <a:ext uri="{FF2B5EF4-FFF2-40B4-BE49-F238E27FC236}">
                <a16:creationId xmlns:a16="http://schemas.microsoft.com/office/drawing/2014/main" id="{98B5869D-6E0E-8DE2-C982-6BAAA9429473}"/>
              </a:ext>
            </a:extLst>
          </p:cNvPr>
          <p:cNvCxnSpPr>
            <a:cxnSpLocks/>
          </p:cNvCxnSpPr>
          <p:nvPr/>
        </p:nvCxnSpPr>
        <p:spPr>
          <a:xfrm>
            <a:off x="538488" y="2789722"/>
            <a:ext cx="2806978"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a:extLst>
              <a:ext uri="{FF2B5EF4-FFF2-40B4-BE49-F238E27FC236}">
                <a16:creationId xmlns:a16="http://schemas.microsoft.com/office/drawing/2014/main" id="{C1A344F2-BF0D-5ACA-0B03-61F50405487E}"/>
              </a:ext>
            </a:extLst>
          </p:cNvPr>
          <p:cNvCxnSpPr>
            <a:cxnSpLocks/>
          </p:cNvCxnSpPr>
          <p:nvPr/>
        </p:nvCxnSpPr>
        <p:spPr>
          <a:xfrm>
            <a:off x="538488" y="3559743"/>
            <a:ext cx="2806978"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42" name="Рисунок 41">
            <a:extLst>
              <a:ext uri="{FF2B5EF4-FFF2-40B4-BE49-F238E27FC236}">
                <a16:creationId xmlns:a16="http://schemas.microsoft.com/office/drawing/2014/main" id="{3716BAE8-1841-3174-9C09-E9E0F38C7DC4}"/>
              </a:ext>
            </a:extLst>
          </p:cNvPr>
          <p:cNvPicPr>
            <a:picLocks noChangeAspect="1"/>
          </p:cNvPicPr>
          <p:nvPr/>
        </p:nvPicPr>
        <p:blipFill>
          <a:blip r:embed="rId3"/>
          <a:stretch>
            <a:fillRect/>
          </a:stretch>
        </p:blipFill>
        <p:spPr>
          <a:xfrm>
            <a:off x="5188586" y="70020"/>
            <a:ext cx="4164983" cy="6624737"/>
          </a:xfrm>
          <a:prstGeom prst="rect">
            <a:avLst/>
          </a:prstGeom>
        </p:spPr>
      </p:pic>
      <p:sp>
        <p:nvSpPr>
          <p:cNvPr id="40" name="Прямоугольник 39">
            <a:extLst>
              <a:ext uri="{FF2B5EF4-FFF2-40B4-BE49-F238E27FC236}">
                <a16:creationId xmlns:a16="http://schemas.microsoft.com/office/drawing/2014/main" id="{D120887C-2A67-ECE6-B536-9AE4A51CD137}"/>
              </a:ext>
            </a:extLst>
          </p:cNvPr>
          <p:cNvSpPr/>
          <p:nvPr/>
        </p:nvSpPr>
        <p:spPr>
          <a:xfrm rot="21083168">
            <a:off x="5778250" y="2099581"/>
            <a:ext cx="1685231" cy="351268"/>
          </a:xfrm>
          <a:prstGeom prst="rect">
            <a:avLst/>
          </a:prstGeom>
          <a:solidFill>
            <a:schemeClr val="tx1">
              <a:lumMod val="95000"/>
              <a:lumOff val="5000"/>
              <a:alpha val="93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50" name="Рисунок 49" descr="Маркер со сплошной заливкой">
            <a:extLst>
              <a:ext uri="{FF2B5EF4-FFF2-40B4-BE49-F238E27FC236}">
                <a16:creationId xmlns:a16="http://schemas.microsoft.com/office/drawing/2014/main" id="{78A17065-082A-76B3-2EFB-3F7B604B02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3481" y="9107901"/>
            <a:ext cx="914400" cy="914400"/>
          </a:xfrm>
          <a:prstGeom prst="rect">
            <a:avLst/>
          </a:prstGeom>
        </p:spPr>
      </p:pic>
      <p:sp>
        <p:nvSpPr>
          <p:cNvPr id="53" name="Текст 6">
            <a:extLst>
              <a:ext uri="{FF2B5EF4-FFF2-40B4-BE49-F238E27FC236}">
                <a16:creationId xmlns:a16="http://schemas.microsoft.com/office/drawing/2014/main" id="{710D1D34-2675-A5A7-6561-F9674687D360}"/>
              </a:ext>
            </a:extLst>
          </p:cNvPr>
          <p:cNvSpPr txBox="1">
            <a:spLocks/>
          </p:cNvSpPr>
          <p:nvPr/>
        </p:nvSpPr>
        <p:spPr>
          <a:xfrm>
            <a:off x="955992" y="11228463"/>
            <a:ext cx="2923804" cy="581396"/>
          </a:xfrm>
          <a:prstGeom prst="rect">
            <a:avLst/>
          </a:prstGeom>
        </p:spPr>
        <p:txBody>
          <a:bodyPr vert="horz" lIns="91440" tIns="45720" rIns="91440" bIns="45720" rtlCol="0">
            <a:noAutofit/>
          </a:bodyPr>
          <a:lstStyle>
            <a:defPPr>
              <a:defRPr lang="ru-RU"/>
            </a:defPPr>
            <a:lvl1pPr marL="0" indent="0" algn="r" defTabSz="2072670" rtl="0" eaLnBrk="1" latinLnBrk="0" hangingPunct="1">
              <a:lnSpc>
                <a:spcPct val="95000"/>
              </a:lnSpc>
              <a:spcBef>
                <a:spcPts val="0"/>
              </a:spcBef>
              <a:buFont typeface="Arial" panose="020B0604020202020204" pitchFamily="34" charset="0"/>
              <a:buNone/>
              <a:defRPr lang="ru-RU" sz="2800" b="0" kern="1200">
                <a:solidFill>
                  <a:schemeClr val="bg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a:lstStyle>
          <a:p>
            <a:pPr algn="l"/>
            <a:r>
              <a:rPr lang="ru-RU" dirty="0"/>
              <a:t>Текущее местоположение:</a:t>
            </a:r>
          </a:p>
          <a:p>
            <a:r>
              <a:rPr lang="ru-RU" dirty="0">
                <a:solidFill>
                  <a:schemeClr val="bg1">
                    <a:lumMod val="75000"/>
                  </a:schemeClr>
                </a:solidFill>
              </a:rPr>
              <a:t>Основная база сопротивления</a:t>
            </a:r>
          </a:p>
        </p:txBody>
      </p:sp>
      <p:pic>
        <p:nvPicPr>
          <p:cNvPr id="55" name="Рисунок 54" descr="Карта с кнопкой со сплошной заливкой">
            <a:extLst>
              <a:ext uri="{FF2B5EF4-FFF2-40B4-BE49-F238E27FC236}">
                <a16:creationId xmlns:a16="http://schemas.microsoft.com/office/drawing/2014/main" id="{5EB64105-DCA5-E8AF-6D61-68B5B484501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1538" y="11042058"/>
            <a:ext cx="767801" cy="767801"/>
          </a:xfrm>
          <a:prstGeom prst="rect">
            <a:avLst/>
          </a:prstGeom>
        </p:spPr>
      </p:pic>
      <p:sp>
        <p:nvSpPr>
          <p:cNvPr id="57" name="Текст 6">
            <a:extLst>
              <a:ext uri="{FF2B5EF4-FFF2-40B4-BE49-F238E27FC236}">
                <a16:creationId xmlns:a16="http://schemas.microsoft.com/office/drawing/2014/main" id="{FAF530FF-8B1B-9727-EA25-8BDAE28EE6D2}"/>
              </a:ext>
            </a:extLst>
          </p:cNvPr>
          <p:cNvSpPr txBox="1">
            <a:spLocks/>
          </p:cNvSpPr>
          <p:nvPr/>
        </p:nvSpPr>
        <p:spPr>
          <a:xfrm>
            <a:off x="955992" y="13415816"/>
            <a:ext cx="3048402" cy="581396"/>
          </a:xfrm>
          <a:prstGeom prst="rect">
            <a:avLst/>
          </a:prstGeom>
        </p:spPr>
        <p:txBody>
          <a:bodyPr vert="horz" lIns="91440" tIns="45720" rIns="91440" bIns="45720" rtlCol="0">
            <a:noAutofit/>
          </a:bodyPr>
          <a:lstStyle>
            <a:defPPr>
              <a:defRPr lang="ru-RU"/>
            </a:defPPr>
            <a:lvl1pPr marL="0" indent="0" algn="r" defTabSz="2072670" rtl="0" eaLnBrk="1" latinLnBrk="0" hangingPunct="1">
              <a:lnSpc>
                <a:spcPct val="95000"/>
              </a:lnSpc>
              <a:spcBef>
                <a:spcPts val="0"/>
              </a:spcBef>
              <a:buFont typeface="Arial" panose="020B0604020202020204" pitchFamily="34" charset="0"/>
              <a:buNone/>
              <a:defRPr lang="ru-RU" sz="2800" b="0" kern="1200">
                <a:solidFill>
                  <a:schemeClr val="bg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a:lstStyle>
          <a:p>
            <a:pPr algn="l"/>
            <a:r>
              <a:rPr lang="ru-RU" dirty="0"/>
              <a:t>Отношение семьи:</a:t>
            </a:r>
          </a:p>
          <a:p>
            <a:r>
              <a:rPr lang="ru-RU" dirty="0">
                <a:solidFill>
                  <a:schemeClr val="bg1">
                    <a:lumMod val="75000"/>
                  </a:schemeClr>
                </a:solidFill>
              </a:rPr>
              <a:t>Лояльность</a:t>
            </a:r>
          </a:p>
        </p:txBody>
      </p:sp>
      <p:pic>
        <p:nvPicPr>
          <p:cNvPr id="59" name="Рисунок 58" descr="Социальная сеть со сплошной заливкой">
            <a:extLst>
              <a:ext uri="{FF2B5EF4-FFF2-40B4-BE49-F238E27FC236}">
                <a16:creationId xmlns:a16="http://schemas.microsoft.com/office/drawing/2014/main" id="{3159255F-64C5-55CE-2823-F830DC0655E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78238" y="13249314"/>
            <a:ext cx="914400" cy="914400"/>
          </a:xfrm>
          <a:prstGeom prst="rect">
            <a:avLst/>
          </a:prstGeom>
        </p:spPr>
      </p:pic>
      <p:sp>
        <p:nvSpPr>
          <p:cNvPr id="61" name="Текст 6">
            <a:extLst>
              <a:ext uri="{FF2B5EF4-FFF2-40B4-BE49-F238E27FC236}">
                <a16:creationId xmlns:a16="http://schemas.microsoft.com/office/drawing/2014/main" id="{7F279DDB-E4F7-AC85-B403-BD51B4BD5BF8}"/>
              </a:ext>
            </a:extLst>
          </p:cNvPr>
          <p:cNvSpPr txBox="1">
            <a:spLocks/>
          </p:cNvSpPr>
          <p:nvPr/>
        </p:nvSpPr>
        <p:spPr>
          <a:xfrm>
            <a:off x="6182498" y="9372392"/>
            <a:ext cx="3250260" cy="581396"/>
          </a:xfrm>
          <a:prstGeom prst="rect">
            <a:avLst/>
          </a:prstGeom>
        </p:spPr>
        <p:txBody>
          <a:bodyPr vert="horz" lIns="91440" tIns="45720" rIns="91440" bIns="45720" rtlCol="0">
            <a:noAutofit/>
          </a:bodyPr>
          <a:lstStyle>
            <a:defPPr>
              <a:defRPr lang="ru-RU"/>
            </a:defPPr>
            <a:lvl1pPr marL="0" indent="0" algn="r" defTabSz="2072670" rtl="0" eaLnBrk="1" latinLnBrk="0" hangingPunct="1">
              <a:lnSpc>
                <a:spcPct val="95000"/>
              </a:lnSpc>
              <a:spcBef>
                <a:spcPts val="0"/>
              </a:spcBef>
              <a:buFont typeface="Arial" panose="020B0604020202020204" pitchFamily="34" charset="0"/>
              <a:buNone/>
              <a:defRPr lang="ru-RU" sz="2800" b="0" kern="1200">
                <a:solidFill>
                  <a:schemeClr val="bg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a:lstStyle>
          <a:p>
            <a:pPr algn="l"/>
            <a:r>
              <a:rPr lang="ru-RU" dirty="0"/>
              <a:t>Личные ориентиры:</a:t>
            </a:r>
          </a:p>
          <a:p>
            <a:pPr algn="l"/>
            <a:r>
              <a:rPr lang="ru-RU" dirty="0">
                <a:solidFill>
                  <a:schemeClr val="bg1">
                    <a:lumMod val="75000"/>
                  </a:schemeClr>
                </a:solidFill>
              </a:rPr>
              <a:t>    </a:t>
            </a:r>
            <a:r>
              <a:rPr lang="en-US" dirty="0">
                <a:solidFill>
                  <a:schemeClr val="bg1">
                    <a:lumMod val="75000"/>
                  </a:schemeClr>
                </a:solidFill>
              </a:rPr>
              <a:t>Vibe coding🤨🤨</a:t>
            </a:r>
            <a:endParaRPr lang="ru-RU" dirty="0">
              <a:solidFill>
                <a:schemeClr val="bg1">
                  <a:lumMod val="75000"/>
                </a:schemeClr>
              </a:solidFill>
            </a:endParaRPr>
          </a:p>
          <a:p>
            <a:pPr algn="l"/>
            <a:r>
              <a:rPr lang="ru-RU" dirty="0">
                <a:solidFill>
                  <a:schemeClr val="bg1">
                    <a:lumMod val="75000"/>
                  </a:schemeClr>
                </a:solidFill>
              </a:rPr>
              <a:t>    Учеба</a:t>
            </a:r>
            <a:endParaRPr lang="en-US" dirty="0">
              <a:solidFill>
                <a:schemeClr val="bg1">
                  <a:lumMod val="75000"/>
                </a:schemeClr>
              </a:solidFill>
            </a:endParaRPr>
          </a:p>
          <a:p>
            <a:pPr algn="l"/>
            <a:r>
              <a:rPr lang="ru-RU" dirty="0">
                <a:solidFill>
                  <a:schemeClr val="bg1">
                    <a:lumMod val="75000"/>
                  </a:schemeClr>
                </a:solidFill>
              </a:rPr>
              <a:t>    Спорт</a:t>
            </a:r>
          </a:p>
          <a:p>
            <a:pPr algn="l"/>
            <a:r>
              <a:rPr lang="ru-RU" dirty="0">
                <a:solidFill>
                  <a:schemeClr val="bg1">
                    <a:lumMod val="75000"/>
                  </a:schemeClr>
                </a:solidFill>
              </a:rPr>
              <a:t>    Музыка</a:t>
            </a:r>
          </a:p>
          <a:p>
            <a:pPr algn="l"/>
            <a:r>
              <a:rPr lang="ru-RU" dirty="0">
                <a:solidFill>
                  <a:schemeClr val="bg1">
                    <a:lumMod val="75000"/>
                  </a:schemeClr>
                </a:solidFill>
              </a:rPr>
              <a:t>    42</a:t>
            </a:r>
          </a:p>
        </p:txBody>
      </p:sp>
      <p:sp>
        <p:nvSpPr>
          <p:cNvPr id="66" name="Овал 65">
            <a:extLst>
              <a:ext uri="{FF2B5EF4-FFF2-40B4-BE49-F238E27FC236}">
                <a16:creationId xmlns:a16="http://schemas.microsoft.com/office/drawing/2014/main" id="{4FB3E428-E780-688A-DD86-A3934146D754}"/>
              </a:ext>
            </a:extLst>
          </p:cNvPr>
          <p:cNvSpPr/>
          <p:nvPr/>
        </p:nvSpPr>
        <p:spPr>
          <a:xfrm>
            <a:off x="6448927" y="10006602"/>
            <a:ext cx="77002" cy="77002"/>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Овал 67">
            <a:extLst>
              <a:ext uri="{FF2B5EF4-FFF2-40B4-BE49-F238E27FC236}">
                <a16:creationId xmlns:a16="http://schemas.microsoft.com/office/drawing/2014/main" id="{C790B930-9F9F-15E6-F8D0-064FA8CE62C2}"/>
              </a:ext>
            </a:extLst>
          </p:cNvPr>
          <p:cNvSpPr/>
          <p:nvPr/>
        </p:nvSpPr>
        <p:spPr>
          <a:xfrm>
            <a:off x="6448927" y="10382201"/>
            <a:ext cx="77002" cy="770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0" name="Овал 69">
            <a:extLst>
              <a:ext uri="{FF2B5EF4-FFF2-40B4-BE49-F238E27FC236}">
                <a16:creationId xmlns:a16="http://schemas.microsoft.com/office/drawing/2014/main" id="{720C9698-819A-FC9A-8FDD-F6AC377B1ED4}"/>
              </a:ext>
            </a:extLst>
          </p:cNvPr>
          <p:cNvSpPr/>
          <p:nvPr/>
        </p:nvSpPr>
        <p:spPr>
          <a:xfrm>
            <a:off x="6450402" y="10812129"/>
            <a:ext cx="77002" cy="770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Овал 71">
            <a:extLst>
              <a:ext uri="{FF2B5EF4-FFF2-40B4-BE49-F238E27FC236}">
                <a16:creationId xmlns:a16="http://schemas.microsoft.com/office/drawing/2014/main" id="{E6CF5F80-BE45-042A-6BE8-C1A591012811}"/>
              </a:ext>
            </a:extLst>
          </p:cNvPr>
          <p:cNvSpPr/>
          <p:nvPr/>
        </p:nvSpPr>
        <p:spPr>
          <a:xfrm>
            <a:off x="6448927" y="11213131"/>
            <a:ext cx="77002" cy="770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74" name="Рисунок 73" descr="Восклицательный знак со сплошной заливкой">
            <a:extLst>
              <a:ext uri="{FF2B5EF4-FFF2-40B4-BE49-F238E27FC236}">
                <a16:creationId xmlns:a16="http://schemas.microsoft.com/office/drawing/2014/main" id="{C0B3CAEA-E2E6-78DE-9EE1-64A53DC5D49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62999" y="9103539"/>
            <a:ext cx="914400" cy="914400"/>
          </a:xfrm>
          <a:prstGeom prst="rect">
            <a:avLst/>
          </a:prstGeom>
        </p:spPr>
      </p:pic>
      <p:sp>
        <p:nvSpPr>
          <p:cNvPr id="79" name="Текст 6">
            <a:extLst>
              <a:ext uri="{FF2B5EF4-FFF2-40B4-BE49-F238E27FC236}">
                <a16:creationId xmlns:a16="http://schemas.microsoft.com/office/drawing/2014/main" id="{4C193C23-8085-FDAE-CD75-3B93859F0F9B}"/>
              </a:ext>
            </a:extLst>
          </p:cNvPr>
          <p:cNvSpPr txBox="1">
            <a:spLocks/>
          </p:cNvSpPr>
          <p:nvPr/>
        </p:nvSpPr>
        <p:spPr>
          <a:xfrm>
            <a:off x="6182497" y="11857616"/>
            <a:ext cx="3808526" cy="581396"/>
          </a:xfrm>
          <a:prstGeom prst="rect">
            <a:avLst/>
          </a:prstGeom>
        </p:spPr>
        <p:txBody>
          <a:bodyPr vert="horz" lIns="91440" tIns="45720" rIns="91440" bIns="45720" rtlCol="0">
            <a:noAutofit/>
          </a:bodyPr>
          <a:lstStyle>
            <a:defPPr>
              <a:defRPr lang="ru-RU"/>
            </a:defPPr>
            <a:lvl1pPr marL="0" indent="0" algn="r" defTabSz="2072670" rtl="0" eaLnBrk="1" latinLnBrk="0" hangingPunct="1">
              <a:lnSpc>
                <a:spcPct val="95000"/>
              </a:lnSpc>
              <a:spcBef>
                <a:spcPts val="0"/>
              </a:spcBef>
              <a:buFont typeface="Arial" panose="020B0604020202020204" pitchFamily="34" charset="0"/>
              <a:buNone/>
              <a:defRPr lang="ru-RU" sz="2800" b="0" kern="1200">
                <a:solidFill>
                  <a:schemeClr val="bg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a:lstStyle>
          <a:p>
            <a:pPr algn="l"/>
            <a:r>
              <a:rPr lang="ru-RU" dirty="0"/>
              <a:t>Вдохновляет:</a:t>
            </a:r>
          </a:p>
          <a:p>
            <a:pPr algn="l"/>
            <a:r>
              <a:rPr lang="ru-RU" dirty="0">
                <a:solidFill>
                  <a:schemeClr val="bg1">
                    <a:lumMod val="75000"/>
                  </a:schemeClr>
                </a:solidFill>
              </a:rPr>
              <a:t>    </a:t>
            </a:r>
            <a:r>
              <a:rPr lang="ru-RU" dirty="0" err="1">
                <a:solidFill>
                  <a:schemeClr val="bg1">
                    <a:lumMod val="75000"/>
                  </a:schemeClr>
                </a:solidFill>
              </a:rPr>
              <a:t>Гейб</a:t>
            </a:r>
            <a:r>
              <a:rPr lang="ru-RU" dirty="0">
                <a:solidFill>
                  <a:schemeClr val="bg1">
                    <a:lumMod val="75000"/>
                  </a:schemeClr>
                </a:solidFill>
              </a:rPr>
              <a:t> Ньюэлл</a:t>
            </a:r>
          </a:p>
          <a:p>
            <a:pPr algn="l"/>
            <a:r>
              <a:rPr lang="ru-RU" dirty="0">
                <a:solidFill>
                  <a:schemeClr val="bg1">
                    <a:lumMod val="75000"/>
                  </a:schemeClr>
                </a:solidFill>
              </a:rPr>
              <a:t>    Инди-разработчики</a:t>
            </a:r>
          </a:p>
          <a:p>
            <a:pPr algn="l"/>
            <a:r>
              <a:rPr lang="ru-RU" dirty="0">
                <a:solidFill>
                  <a:schemeClr val="bg1">
                    <a:lumMod val="75000"/>
                  </a:schemeClr>
                </a:solidFill>
              </a:rPr>
              <a:t>    </a:t>
            </a:r>
            <a:r>
              <a:rPr lang="ru-RU" dirty="0" err="1">
                <a:solidFill>
                  <a:schemeClr val="bg1">
                    <a:lumMod val="75000"/>
                  </a:schemeClr>
                </a:solidFill>
              </a:rPr>
              <a:t>Джоук</a:t>
            </a:r>
            <a:endParaRPr lang="ru-RU" dirty="0">
              <a:solidFill>
                <a:schemeClr val="bg1">
                  <a:lumMod val="75000"/>
                </a:schemeClr>
              </a:solidFill>
            </a:endParaRPr>
          </a:p>
          <a:p>
            <a:pPr algn="l"/>
            <a:endParaRPr lang="ru-RU" dirty="0"/>
          </a:p>
          <a:p>
            <a:pPr algn="l"/>
            <a:r>
              <a:rPr lang="ru-RU" dirty="0">
                <a:solidFill>
                  <a:schemeClr val="bg1">
                    <a:lumMod val="75000"/>
                  </a:schemeClr>
                </a:solidFill>
              </a:rPr>
              <a:t>    </a:t>
            </a:r>
          </a:p>
        </p:txBody>
      </p:sp>
      <p:sp>
        <p:nvSpPr>
          <p:cNvPr id="81" name="Овал 80">
            <a:extLst>
              <a:ext uri="{FF2B5EF4-FFF2-40B4-BE49-F238E27FC236}">
                <a16:creationId xmlns:a16="http://schemas.microsoft.com/office/drawing/2014/main" id="{EFF90D2C-41FD-25BE-D249-D31B31D71E69}"/>
              </a:ext>
            </a:extLst>
          </p:cNvPr>
          <p:cNvSpPr/>
          <p:nvPr/>
        </p:nvSpPr>
        <p:spPr>
          <a:xfrm>
            <a:off x="6448799" y="12483064"/>
            <a:ext cx="77002" cy="770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3" name="Овал 82">
            <a:extLst>
              <a:ext uri="{FF2B5EF4-FFF2-40B4-BE49-F238E27FC236}">
                <a16:creationId xmlns:a16="http://schemas.microsoft.com/office/drawing/2014/main" id="{49041258-CD27-FDBD-DF1A-668204CC83C3}"/>
              </a:ext>
            </a:extLst>
          </p:cNvPr>
          <p:cNvSpPr/>
          <p:nvPr/>
        </p:nvSpPr>
        <p:spPr>
          <a:xfrm>
            <a:off x="6448927" y="12911597"/>
            <a:ext cx="77002" cy="770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5" name="Овал 84">
            <a:extLst>
              <a:ext uri="{FF2B5EF4-FFF2-40B4-BE49-F238E27FC236}">
                <a16:creationId xmlns:a16="http://schemas.microsoft.com/office/drawing/2014/main" id="{99E1A255-A296-2AD3-28A5-1F2D9E76F090}"/>
              </a:ext>
            </a:extLst>
          </p:cNvPr>
          <p:cNvSpPr/>
          <p:nvPr/>
        </p:nvSpPr>
        <p:spPr>
          <a:xfrm>
            <a:off x="6448799" y="13307710"/>
            <a:ext cx="77002" cy="770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87" name="Рисунок 86" descr="Облачко с мыслями со сплошной заливкой">
            <a:extLst>
              <a:ext uri="{FF2B5EF4-FFF2-40B4-BE49-F238E27FC236}">
                <a16:creationId xmlns:a16="http://schemas.microsoft.com/office/drawing/2014/main" id="{8D1FF412-6C44-E0F0-0E2C-BB68271DF88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304249" y="11691114"/>
            <a:ext cx="914400" cy="914400"/>
          </a:xfrm>
          <a:prstGeom prst="rect">
            <a:avLst/>
          </a:prstGeom>
        </p:spPr>
      </p:pic>
      <p:pic>
        <p:nvPicPr>
          <p:cNvPr id="89" name="Рисунок 88">
            <a:extLst>
              <a:ext uri="{FF2B5EF4-FFF2-40B4-BE49-F238E27FC236}">
                <a16:creationId xmlns:a16="http://schemas.microsoft.com/office/drawing/2014/main" id="{A87C280C-0B31-4B3F-D0F8-E365260028D6}"/>
              </a:ext>
            </a:extLst>
          </p:cNvPr>
          <p:cNvPicPr>
            <a:picLocks noChangeAspect="1"/>
          </p:cNvPicPr>
          <p:nvPr/>
        </p:nvPicPr>
        <p:blipFill>
          <a:blip r:embed="rId9"/>
          <a:stretch>
            <a:fillRect/>
          </a:stretch>
        </p:blipFill>
        <p:spPr>
          <a:xfrm>
            <a:off x="7034751" y="13537818"/>
            <a:ext cx="1926369" cy="1936962"/>
          </a:xfrm>
          <a:prstGeom prst="rect">
            <a:avLst/>
          </a:prstGeom>
        </p:spPr>
      </p:pic>
      <p:sp>
        <p:nvSpPr>
          <p:cNvPr id="91" name="Овал 90">
            <a:extLst>
              <a:ext uri="{FF2B5EF4-FFF2-40B4-BE49-F238E27FC236}">
                <a16:creationId xmlns:a16="http://schemas.microsoft.com/office/drawing/2014/main" id="{DD87D105-E116-84F0-8B19-9E95EE06D978}"/>
              </a:ext>
            </a:extLst>
          </p:cNvPr>
          <p:cNvSpPr/>
          <p:nvPr/>
        </p:nvSpPr>
        <p:spPr>
          <a:xfrm>
            <a:off x="6448799" y="11609076"/>
            <a:ext cx="77002" cy="7700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03730568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9000"/>
          </a:stretch>
        </a:blipFill>
        <a:effectLst/>
      </p:bgPr>
    </p:bg>
    <p:spTree>
      <p:nvGrpSpPr>
        <p:cNvPr id="1" name=""/>
        <p:cNvGrpSpPr/>
        <p:nvPr/>
      </p:nvGrpSpPr>
      <p:grpSpPr>
        <a:xfrm>
          <a:off x="0" y="0"/>
          <a:ext cx="0" cy="0"/>
          <a:chOff x="0" y="0"/>
          <a:chExt cx="0" cy="0"/>
        </a:xfrm>
      </p:grpSpPr>
      <p:sp>
        <p:nvSpPr>
          <p:cNvPr id="12" name="Текст 11">
            <a:extLst>
              <a:ext uri="{FF2B5EF4-FFF2-40B4-BE49-F238E27FC236}">
                <a16:creationId xmlns:a16="http://schemas.microsoft.com/office/drawing/2014/main" id="{68EFB062-6603-C236-CF48-17E2B95E66D3}"/>
              </a:ext>
            </a:extLst>
          </p:cNvPr>
          <p:cNvSpPr>
            <a:spLocks noGrp="1"/>
          </p:cNvSpPr>
          <p:nvPr>
            <p:ph type="body" sz="quarter" idx="18"/>
          </p:nvPr>
        </p:nvSpPr>
        <p:spPr>
          <a:xfrm>
            <a:off x="0" y="0"/>
            <a:ext cx="10058401" cy="1944000"/>
          </a:xfrm>
        </p:spPr>
        <p:txBody>
          <a:bodyPr/>
          <a:lstStyle/>
          <a:p>
            <a:r>
              <a:rPr lang="ru-RU" sz="6000" dirty="0"/>
              <a:t>ПОЛЕЗНЫЕ НАВЫКИ</a:t>
            </a:r>
          </a:p>
        </p:txBody>
      </p:sp>
      <p:sp>
        <p:nvSpPr>
          <p:cNvPr id="18" name="Текст 6">
            <a:extLst>
              <a:ext uri="{FF2B5EF4-FFF2-40B4-BE49-F238E27FC236}">
                <a16:creationId xmlns:a16="http://schemas.microsoft.com/office/drawing/2014/main" id="{254A04AD-002D-2C62-F187-BA22518E1213}"/>
              </a:ext>
            </a:extLst>
          </p:cNvPr>
          <p:cNvSpPr txBox="1">
            <a:spLocks/>
          </p:cNvSpPr>
          <p:nvPr/>
        </p:nvSpPr>
        <p:spPr>
          <a:xfrm>
            <a:off x="437831" y="4203624"/>
            <a:ext cx="3970539" cy="581396"/>
          </a:xfrm>
          <a:prstGeom prst="rect">
            <a:avLst/>
          </a:prstGeom>
        </p:spPr>
        <p:txBody>
          <a:bodyPr vert="horz" lIns="91440" tIns="45720" rIns="91440" bIns="45720" rtlCol="0">
            <a:noAutofit/>
          </a:bodyPr>
          <a:lstStyle>
            <a:defPPr>
              <a:defRPr lang="ru-RU"/>
            </a:defPPr>
            <a:lvl1pPr marL="0" indent="0" algn="r" defTabSz="2072670" rtl="0" eaLnBrk="1" latinLnBrk="0" hangingPunct="1">
              <a:lnSpc>
                <a:spcPct val="95000"/>
              </a:lnSpc>
              <a:spcBef>
                <a:spcPts val="0"/>
              </a:spcBef>
              <a:buFont typeface="Arial" panose="020B0604020202020204" pitchFamily="34" charset="0"/>
              <a:buNone/>
              <a:defRPr lang="ru-RU" sz="2800" b="0" kern="1200">
                <a:solidFill>
                  <a:schemeClr val="bg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a:lstStyle>
          <a:p>
            <a:pPr algn="l"/>
            <a:r>
              <a:rPr lang="en-US" dirty="0"/>
              <a:t>        </a:t>
            </a:r>
          </a:p>
          <a:p>
            <a:pPr algn="l"/>
            <a:r>
              <a:rPr lang="en-US" dirty="0"/>
              <a:t>    </a:t>
            </a:r>
            <a:endParaRPr lang="ru-RU" dirty="0"/>
          </a:p>
          <a:p>
            <a:pPr algn="l"/>
            <a:endParaRPr lang="ru-RU" dirty="0"/>
          </a:p>
        </p:txBody>
      </p:sp>
      <p:sp>
        <p:nvSpPr>
          <p:cNvPr id="31" name="Прямоугольник 30">
            <a:extLst>
              <a:ext uri="{FF2B5EF4-FFF2-40B4-BE49-F238E27FC236}">
                <a16:creationId xmlns:a16="http://schemas.microsoft.com/office/drawing/2014/main" id="{C4932A3D-EAA1-279A-D6FC-8276A22B3B11}"/>
              </a:ext>
            </a:extLst>
          </p:cNvPr>
          <p:cNvSpPr/>
          <p:nvPr/>
        </p:nvSpPr>
        <p:spPr>
          <a:xfrm>
            <a:off x="0" y="1933219"/>
            <a:ext cx="10058400" cy="13600800"/>
          </a:xfrm>
          <a:prstGeom prst="rect">
            <a:avLst/>
          </a:prstGeom>
          <a:gradFill flip="none" rotWithShape="1">
            <a:gsLst>
              <a:gs pos="41000">
                <a:srgbClr val="0D0D0D"/>
              </a:gs>
              <a:gs pos="0">
                <a:schemeClr val="accent3">
                  <a:lumMod val="0"/>
                </a:schemeClr>
              </a:gs>
              <a:gs pos="100000">
                <a:schemeClr val="accent3">
                  <a:alpha val="0"/>
                  <a:lumMod val="10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Текст 6">
            <a:extLst>
              <a:ext uri="{FF2B5EF4-FFF2-40B4-BE49-F238E27FC236}">
                <a16:creationId xmlns:a16="http://schemas.microsoft.com/office/drawing/2014/main" id="{A6479922-FC60-44DE-D01B-4C6DA2DCFCEA}"/>
              </a:ext>
            </a:extLst>
          </p:cNvPr>
          <p:cNvSpPr txBox="1">
            <a:spLocks/>
          </p:cNvSpPr>
          <p:nvPr/>
        </p:nvSpPr>
        <p:spPr>
          <a:xfrm>
            <a:off x="437829" y="4203624"/>
            <a:ext cx="3296773" cy="2437806"/>
          </a:xfrm>
          <a:prstGeom prst="rect">
            <a:avLst/>
          </a:prstGeom>
        </p:spPr>
        <p:txBody>
          <a:bodyPr vert="horz" lIns="91440" tIns="45720" rIns="91440" bIns="45720" rtlCol="0">
            <a:noAutofit/>
          </a:bodyPr>
          <a:lstStyle>
            <a:defPPr>
              <a:defRPr lang="ru-RU"/>
            </a:defPPr>
            <a:lvl1pPr marL="0" indent="0" algn="r" defTabSz="2072670" rtl="0" eaLnBrk="1" latinLnBrk="0" hangingPunct="1">
              <a:lnSpc>
                <a:spcPct val="95000"/>
              </a:lnSpc>
              <a:spcBef>
                <a:spcPts val="0"/>
              </a:spcBef>
              <a:buFont typeface="Arial" panose="020B0604020202020204" pitchFamily="34" charset="0"/>
              <a:buNone/>
              <a:defRPr lang="ru-RU" sz="2800" b="0" kern="1200">
                <a:solidFill>
                  <a:schemeClr val="bg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a:lstStyle>
          <a:p>
            <a:pPr algn="l"/>
            <a:r>
              <a:rPr lang="ru-RU" dirty="0"/>
              <a:t>Изучены основы </a:t>
            </a:r>
            <a:r>
              <a:rPr lang="en-US" dirty="0"/>
              <a:t>Photoshop</a:t>
            </a:r>
            <a:r>
              <a:rPr lang="ru-RU" dirty="0"/>
              <a:t>, сдан итоговый экзамен в онлайн-школе</a:t>
            </a:r>
          </a:p>
        </p:txBody>
      </p:sp>
      <p:sp>
        <p:nvSpPr>
          <p:cNvPr id="30" name="Текст 6">
            <a:extLst>
              <a:ext uri="{FF2B5EF4-FFF2-40B4-BE49-F238E27FC236}">
                <a16:creationId xmlns:a16="http://schemas.microsoft.com/office/drawing/2014/main" id="{737D62DD-BC55-31AD-0EA7-07DEF6CFA073}"/>
              </a:ext>
            </a:extLst>
          </p:cNvPr>
          <p:cNvSpPr txBox="1">
            <a:spLocks/>
          </p:cNvSpPr>
          <p:nvPr/>
        </p:nvSpPr>
        <p:spPr>
          <a:xfrm>
            <a:off x="437828" y="6239873"/>
            <a:ext cx="3296773" cy="2437806"/>
          </a:xfrm>
          <a:prstGeom prst="rect">
            <a:avLst/>
          </a:prstGeom>
        </p:spPr>
        <p:txBody>
          <a:bodyPr vert="horz" lIns="91440" tIns="45720" rIns="91440" bIns="45720" rtlCol="0">
            <a:noAutofit/>
          </a:bodyPr>
          <a:lstStyle>
            <a:defPPr>
              <a:defRPr lang="ru-RU"/>
            </a:defPPr>
            <a:lvl1pPr marL="0" indent="0" algn="r" defTabSz="2072670" rtl="0" eaLnBrk="1" latinLnBrk="0" hangingPunct="1">
              <a:lnSpc>
                <a:spcPct val="95000"/>
              </a:lnSpc>
              <a:spcBef>
                <a:spcPts val="0"/>
              </a:spcBef>
              <a:buFont typeface="Arial" panose="020B0604020202020204" pitchFamily="34" charset="0"/>
              <a:buNone/>
              <a:defRPr lang="ru-RU" sz="2800" b="0" kern="1200">
                <a:solidFill>
                  <a:schemeClr val="bg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a:lstStyle>
          <a:p>
            <a:pPr algn="l"/>
            <a:r>
              <a:rPr lang="ru-RU" dirty="0" err="1"/>
              <a:t>Чут-чут</a:t>
            </a:r>
            <a:r>
              <a:rPr lang="ru-RU" dirty="0"/>
              <a:t>🤏 разбирается в </a:t>
            </a:r>
            <a:r>
              <a:rPr lang="en-US" dirty="0"/>
              <a:t>FL Studio</a:t>
            </a:r>
            <a:r>
              <a:rPr lang="ru-RU" dirty="0"/>
              <a:t>, но требуется больше практики</a:t>
            </a:r>
          </a:p>
        </p:txBody>
      </p:sp>
      <p:cxnSp>
        <p:nvCxnSpPr>
          <p:cNvPr id="35" name="Прямая соединительная линия 34">
            <a:extLst>
              <a:ext uri="{FF2B5EF4-FFF2-40B4-BE49-F238E27FC236}">
                <a16:creationId xmlns:a16="http://schemas.microsoft.com/office/drawing/2014/main" id="{6E8AC7F7-6613-A629-8B48-BE6B7A4BB5E4}"/>
              </a:ext>
            </a:extLst>
          </p:cNvPr>
          <p:cNvCxnSpPr>
            <a:cxnSpLocks/>
          </p:cNvCxnSpPr>
          <p:nvPr/>
        </p:nvCxnSpPr>
        <p:spPr>
          <a:xfrm>
            <a:off x="288758" y="2220821"/>
            <a:ext cx="0" cy="1302559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8" name="Прямая соединительная линия 37">
            <a:extLst>
              <a:ext uri="{FF2B5EF4-FFF2-40B4-BE49-F238E27FC236}">
                <a16:creationId xmlns:a16="http://schemas.microsoft.com/office/drawing/2014/main" id="{CD138861-C59B-7E46-8346-64F29949BEA0}"/>
              </a:ext>
            </a:extLst>
          </p:cNvPr>
          <p:cNvCxnSpPr/>
          <p:nvPr/>
        </p:nvCxnSpPr>
        <p:spPr>
          <a:xfrm>
            <a:off x="298383" y="6121666"/>
            <a:ext cx="32244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Прямая соединительная линия 38">
            <a:extLst>
              <a:ext uri="{FF2B5EF4-FFF2-40B4-BE49-F238E27FC236}">
                <a16:creationId xmlns:a16="http://schemas.microsoft.com/office/drawing/2014/main" id="{FD765579-383B-8E63-C7EA-7FAC55C0CC98}"/>
              </a:ext>
            </a:extLst>
          </p:cNvPr>
          <p:cNvCxnSpPr/>
          <p:nvPr/>
        </p:nvCxnSpPr>
        <p:spPr>
          <a:xfrm>
            <a:off x="298382" y="8189494"/>
            <a:ext cx="3224463" cy="0"/>
          </a:xfrm>
          <a:prstGeom prst="line">
            <a:avLst/>
          </a:prstGeom>
        </p:spPr>
        <p:style>
          <a:lnRef idx="1">
            <a:schemeClr val="accent1"/>
          </a:lnRef>
          <a:fillRef idx="0">
            <a:schemeClr val="accent1"/>
          </a:fillRef>
          <a:effectRef idx="0">
            <a:schemeClr val="accent1"/>
          </a:effectRef>
          <a:fontRef idx="minor">
            <a:schemeClr val="tx1"/>
          </a:fontRef>
        </p:style>
      </p:cxnSp>
      <p:sp>
        <p:nvSpPr>
          <p:cNvPr id="41" name="Текст 6">
            <a:extLst>
              <a:ext uri="{FF2B5EF4-FFF2-40B4-BE49-F238E27FC236}">
                <a16:creationId xmlns:a16="http://schemas.microsoft.com/office/drawing/2014/main" id="{A6F2B50E-DADE-F9EB-5914-7E2E38ED46F5}"/>
              </a:ext>
            </a:extLst>
          </p:cNvPr>
          <p:cNvSpPr txBox="1">
            <a:spLocks/>
          </p:cNvSpPr>
          <p:nvPr/>
        </p:nvSpPr>
        <p:spPr>
          <a:xfrm>
            <a:off x="437828" y="8307700"/>
            <a:ext cx="3296773" cy="2437806"/>
          </a:xfrm>
          <a:prstGeom prst="rect">
            <a:avLst/>
          </a:prstGeom>
        </p:spPr>
        <p:txBody>
          <a:bodyPr vert="horz" lIns="91440" tIns="45720" rIns="91440" bIns="45720" rtlCol="0">
            <a:noAutofit/>
          </a:bodyPr>
          <a:lstStyle>
            <a:defPPr>
              <a:defRPr lang="ru-RU"/>
            </a:defPPr>
            <a:lvl1pPr marL="0" indent="0" algn="r" defTabSz="2072670" rtl="0" eaLnBrk="1" latinLnBrk="0" hangingPunct="1">
              <a:lnSpc>
                <a:spcPct val="95000"/>
              </a:lnSpc>
              <a:spcBef>
                <a:spcPts val="0"/>
              </a:spcBef>
              <a:buFont typeface="Arial" panose="020B0604020202020204" pitchFamily="34" charset="0"/>
              <a:buNone/>
              <a:defRPr lang="ru-RU" sz="2800" b="0" kern="1200">
                <a:solidFill>
                  <a:schemeClr val="bg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a:lstStyle>
          <a:p>
            <a:pPr algn="l"/>
            <a:r>
              <a:rPr lang="ru-RU" dirty="0"/>
              <a:t>Основы </a:t>
            </a:r>
            <a:r>
              <a:rPr lang="en-US" dirty="0"/>
              <a:t>Python </a:t>
            </a:r>
            <a:r>
              <a:rPr lang="ru-RU" dirty="0"/>
              <a:t>и </a:t>
            </a:r>
            <a:r>
              <a:rPr lang="en-US" dirty="0"/>
              <a:t>C++. </a:t>
            </a:r>
            <a:r>
              <a:rPr lang="ru-RU" dirty="0"/>
              <a:t> Так же затрагивал </a:t>
            </a:r>
            <a:r>
              <a:rPr lang="en-US" dirty="0"/>
              <a:t>VBA </a:t>
            </a:r>
            <a:r>
              <a:rPr lang="ru-RU" dirty="0"/>
              <a:t>и </a:t>
            </a:r>
            <a:r>
              <a:rPr lang="en-US" dirty="0"/>
              <a:t>C#</a:t>
            </a:r>
            <a:r>
              <a:rPr lang="ru-RU" dirty="0"/>
              <a:t> и </a:t>
            </a:r>
            <a:r>
              <a:rPr lang="en-US" dirty="0"/>
              <a:t>Blueprints</a:t>
            </a:r>
          </a:p>
        </p:txBody>
      </p:sp>
      <p:cxnSp>
        <p:nvCxnSpPr>
          <p:cNvPr id="42" name="Прямая соединительная линия 41">
            <a:extLst>
              <a:ext uri="{FF2B5EF4-FFF2-40B4-BE49-F238E27FC236}">
                <a16:creationId xmlns:a16="http://schemas.microsoft.com/office/drawing/2014/main" id="{C66C939B-A09D-AA4D-A742-841FA6DB0DEF}"/>
              </a:ext>
            </a:extLst>
          </p:cNvPr>
          <p:cNvCxnSpPr/>
          <p:nvPr/>
        </p:nvCxnSpPr>
        <p:spPr>
          <a:xfrm>
            <a:off x="298382" y="10132193"/>
            <a:ext cx="3224463" cy="0"/>
          </a:xfrm>
          <a:prstGeom prst="line">
            <a:avLst/>
          </a:prstGeom>
        </p:spPr>
        <p:style>
          <a:lnRef idx="1">
            <a:schemeClr val="accent1"/>
          </a:lnRef>
          <a:fillRef idx="0">
            <a:schemeClr val="accent1"/>
          </a:fillRef>
          <a:effectRef idx="0">
            <a:schemeClr val="accent1"/>
          </a:effectRef>
          <a:fontRef idx="minor">
            <a:schemeClr val="tx1"/>
          </a:fontRef>
        </p:style>
      </p:cxnSp>
      <p:sp>
        <p:nvSpPr>
          <p:cNvPr id="45" name="Текст 6">
            <a:extLst>
              <a:ext uri="{FF2B5EF4-FFF2-40B4-BE49-F238E27FC236}">
                <a16:creationId xmlns:a16="http://schemas.microsoft.com/office/drawing/2014/main" id="{3BF7BB6E-6E07-59FA-1096-8C0C603A08C6}"/>
              </a:ext>
            </a:extLst>
          </p:cNvPr>
          <p:cNvSpPr txBox="1">
            <a:spLocks/>
          </p:cNvSpPr>
          <p:nvPr/>
        </p:nvSpPr>
        <p:spPr>
          <a:xfrm>
            <a:off x="437828" y="10343949"/>
            <a:ext cx="3296773" cy="2437806"/>
          </a:xfrm>
          <a:prstGeom prst="rect">
            <a:avLst/>
          </a:prstGeom>
        </p:spPr>
        <p:txBody>
          <a:bodyPr vert="horz" lIns="91440" tIns="45720" rIns="91440" bIns="45720" rtlCol="0">
            <a:noAutofit/>
          </a:bodyPr>
          <a:lstStyle>
            <a:defPPr>
              <a:defRPr lang="ru-RU"/>
            </a:defPPr>
            <a:lvl1pPr marL="0" indent="0" algn="r" defTabSz="2072670" rtl="0" eaLnBrk="1" latinLnBrk="0" hangingPunct="1">
              <a:lnSpc>
                <a:spcPct val="95000"/>
              </a:lnSpc>
              <a:spcBef>
                <a:spcPts val="0"/>
              </a:spcBef>
              <a:buFont typeface="Arial" panose="020B0604020202020204" pitchFamily="34" charset="0"/>
              <a:buNone/>
              <a:defRPr lang="ru-RU" sz="2800" b="0" kern="1200">
                <a:solidFill>
                  <a:schemeClr val="bg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a:lstStyle>
          <a:p>
            <a:pPr algn="l"/>
            <a:r>
              <a:rPr lang="ru-RU" dirty="0"/>
              <a:t>Присутствуют навыки коммуникации, умение работать в </a:t>
            </a:r>
            <a:r>
              <a:rPr lang="ru-RU" dirty="0" err="1"/>
              <a:t>комманде</a:t>
            </a:r>
            <a:endParaRPr lang="en-US" dirty="0"/>
          </a:p>
        </p:txBody>
      </p:sp>
    </p:spTree>
    <p:extLst>
      <p:ext uri="{BB962C8B-B14F-4D97-AF65-F5344CB8AC3E}">
        <p14:creationId xmlns:p14="http://schemas.microsoft.com/office/powerpoint/2010/main" val="91337578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Рисунок 41">
            <a:extLst>
              <a:ext uri="{FF2B5EF4-FFF2-40B4-BE49-F238E27FC236}">
                <a16:creationId xmlns:a16="http://schemas.microsoft.com/office/drawing/2014/main" id="{FA9C21E7-D292-D726-669C-5C3DAE0935AB}"/>
              </a:ext>
            </a:extLst>
          </p:cNvPr>
          <p:cNvPicPr>
            <a:picLocks noChangeAspect="1"/>
          </p:cNvPicPr>
          <p:nvPr/>
        </p:nvPicPr>
        <p:blipFill>
          <a:blip r:embed="rId2"/>
          <a:stretch>
            <a:fillRect/>
          </a:stretch>
        </p:blipFill>
        <p:spPr>
          <a:xfrm>
            <a:off x="0" y="9259590"/>
            <a:ext cx="6070732" cy="4284177"/>
          </a:xfrm>
          <a:prstGeom prst="rect">
            <a:avLst/>
          </a:prstGeom>
          <a:effectLst>
            <a:reflection blurRad="165100" stA="96000" endPos="10000" dist="50800" dir="5400000" sy="-100000" algn="bl" rotWithShape="0"/>
          </a:effectLst>
        </p:spPr>
      </p:pic>
      <p:pic>
        <p:nvPicPr>
          <p:cNvPr id="39" name="Рисунок 38">
            <a:extLst>
              <a:ext uri="{FF2B5EF4-FFF2-40B4-BE49-F238E27FC236}">
                <a16:creationId xmlns:a16="http://schemas.microsoft.com/office/drawing/2014/main" id="{EF9053AD-C4EC-68FD-8DC7-4B386C002458}"/>
              </a:ext>
            </a:extLst>
          </p:cNvPr>
          <p:cNvPicPr>
            <a:picLocks noChangeAspect="1"/>
          </p:cNvPicPr>
          <p:nvPr/>
        </p:nvPicPr>
        <p:blipFill>
          <a:blip r:embed="rId3">
            <a:alphaModFix/>
          </a:blip>
          <a:stretch>
            <a:fillRect/>
          </a:stretch>
        </p:blipFill>
        <p:spPr>
          <a:xfrm>
            <a:off x="3532472" y="3551528"/>
            <a:ext cx="6525928" cy="3947686"/>
          </a:xfrm>
          <a:prstGeom prst="rect">
            <a:avLst/>
          </a:prstGeom>
          <a:effectLst>
            <a:reflection blurRad="381000" stA="69000" endPos="14000" dir="5400000" sy="-100000" algn="bl" rotWithShape="0"/>
          </a:effectLst>
        </p:spPr>
      </p:pic>
      <p:sp>
        <p:nvSpPr>
          <p:cNvPr id="12" name="Текст 11">
            <a:extLst>
              <a:ext uri="{FF2B5EF4-FFF2-40B4-BE49-F238E27FC236}">
                <a16:creationId xmlns:a16="http://schemas.microsoft.com/office/drawing/2014/main" id="{5388B817-4BEB-175C-2936-4F9440FE1B3A}"/>
              </a:ext>
            </a:extLst>
          </p:cNvPr>
          <p:cNvSpPr>
            <a:spLocks noGrp="1"/>
          </p:cNvSpPr>
          <p:nvPr>
            <p:ph type="body" sz="quarter" idx="18"/>
          </p:nvPr>
        </p:nvSpPr>
        <p:spPr>
          <a:xfrm>
            <a:off x="0" y="0"/>
            <a:ext cx="10058401" cy="1944000"/>
          </a:xfrm>
        </p:spPr>
        <p:txBody>
          <a:bodyPr/>
          <a:lstStyle/>
          <a:p>
            <a:r>
              <a:rPr lang="ru-RU" sz="6000" dirty="0"/>
              <a:t>РОЛЬ В ОТРЯДЕ</a:t>
            </a:r>
          </a:p>
        </p:txBody>
      </p:sp>
      <p:sp>
        <p:nvSpPr>
          <p:cNvPr id="40" name="Прямоугольник 39">
            <a:extLst>
              <a:ext uri="{FF2B5EF4-FFF2-40B4-BE49-F238E27FC236}">
                <a16:creationId xmlns:a16="http://schemas.microsoft.com/office/drawing/2014/main" id="{D9864620-C375-BB14-20F6-8447DBE092B5}"/>
              </a:ext>
            </a:extLst>
          </p:cNvPr>
          <p:cNvSpPr/>
          <p:nvPr/>
        </p:nvSpPr>
        <p:spPr>
          <a:xfrm>
            <a:off x="3532472" y="3551528"/>
            <a:ext cx="6525928" cy="3947686"/>
          </a:xfrm>
          <a:prstGeom prst="rect">
            <a:avLst/>
          </a:prstGeom>
          <a:gradFill flip="none" rotWithShape="1">
            <a:gsLst>
              <a:gs pos="1000">
                <a:schemeClr val="accent3">
                  <a:lumMod val="0"/>
                </a:schemeClr>
              </a:gs>
              <a:gs pos="92000">
                <a:schemeClr val="accent3">
                  <a:alpha val="0"/>
                  <a:lumMod val="10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grpSp>
        <p:nvGrpSpPr>
          <p:cNvPr id="33" name="Группа 32">
            <a:extLst>
              <a:ext uri="{FF2B5EF4-FFF2-40B4-BE49-F238E27FC236}">
                <a16:creationId xmlns:a16="http://schemas.microsoft.com/office/drawing/2014/main" id="{73BA61BC-19A7-EDA1-1D2C-CCAFF3FA61DD}"/>
              </a:ext>
            </a:extLst>
          </p:cNvPr>
          <p:cNvGrpSpPr/>
          <p:nvPr/>
        </p:nvGrpSpPr>
        <p:grpSpPr>
          <a:xfrm>
            <a:off x="359662" y="3277087"/>
            <a:ext cx="3705726" cy="4676339"/>
            <a:chOff x="359662" y="2398229"/>
            <a:chExt cx="3705726" cy="4676339"/>
          </a:xfrm>
        </p:grpSpPr>
        <p:sp>
          <p:nvSpPr>
            <p:cNvPr id="31" name="Прямоугольник: скругленные углы 30">
              <a:extLst>
                <a:ext uri="{FF2B5EF4-FFF2-40B4-BE49-F238E27FC236}">
                  <a16:creationId xmlns:a16="http://schemas.microsoft.com/office/drawing/2014/main" id="{8841A883-9BF6-6240-9ADB-CA100BF4BE7E}"/>
                </a:ext>
              </a:extLst>
            </p:cNvPr>
            <p:cNvSpPr/>
            <p:nvPr/>
          </p:nvSpPr>
          <p:spPr>
            <a:xfrm>
              <a:off x="359662" y="2398229"/>
              <a:ext cx="3705726" cy="4676339"/>
            </a:xfrm>
            <a:prstGeom prst="roundRect">
              <a:avLst/>
            </a:prstGeom>
            <a:solidFill>
              <a:schemeClr val="accent1">
                <a:lumMod val="20000"/>
                <a:lumOff val="80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dirty="0"/>
            </a:p>
          </p:txBody>
        </p:sp>
        <p:sp>
          <p:nvSpPr>
            <p:cNvPr id="17" name="Текст 6">
              <a:extLst>
                <a:ext uri="{FF2B5EF4-FFF2-40B4-BE49-F238E27FC236}">
                  <a16:creationId xmlns:a16="http://schemas.microsoft.com/office/drawing/2014/main" id="{C608B5ED-BEA5-4028-9E97-C12478B918F0}"/>
                </a:ext>
              </a:extLst>
            </p:cNvPr>
            <p:cNvSpPr txBox="1">
              <a:spLocks/>
            </p:cNvSpPr>
            <p:nvPr/>
          </p:nvSpPr>
          <p:spPr>
            <a:xfrm>
              <a:off x="494416" y="2672670"/>
              <a:ext cx="3378468" cy="1369403"/>
            </a:xfrm>
            <a:prstGeom prst="rect">
              <a:avLst/>
            </a:prstGeom>
          </p:spPr>
          <p:txBody>
            <a:bodyPr vert="horz" lIns="91440" tIns="45720" rIns="91440" bIns="45720" rtlCol="0">
              <a:noAutofit/>
            </a:bodyPr>
            <a:lstStyle>
              <a:defPPr>
                <a:defRPr lang="ru-RU"/>
              </a:defPPr>
              <a:lvl1pPr marL="0" indent="0" algn="r" defTabSz="2072670" rtl="0" eaLnBrk="1" latinLnBrk="0" hangingPunct="1">
                <a:lnSpc>
                  <a:spcPct val="95000"/>
                </a:lnSpc>
                <a:spcBef>
                  <a:spcPts val="0"/>
                </a:spcBef>
                <a:buFont typeface="Arial" panose="020B0604020202020204" pitchFamily="34" charset="0"/>
                <a:buNone/>
                <a:defRPr lang="ru-RU" sz="2800" b="0" kern="1200">
                  <a:solidFill>
                    <a:schemeClr val="bg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a:lstStyle>
            <a:p>
              <a:pPr algn="l"/>
              <a:r>
                <a:rPr lang="ru-RU" dirty="0"/>
                <a:t>Организация работы</a:t>
              </a:r>
            </a:p>
          </p:txBody>
        </p:sp>
        <p:sp>
          <p:nvSpPr>
            <p:cNvPr id="32" name="TextBox 31">
              <a:extLst>
                <a:ext uri="{FF2B5EF4-FFF2-40B4-BE49-F238E27FC236}">
                  <a16:creationId xmlns:a16="http://schemas.microsoft.com/office/drawing/2014/main" id="{F46AE3DB-218B-34DA-1354-7C940CA344C7}"/>
                </a:ext>
              </a:extLst>
            </p:cNvPr>
            <p:cNvSpPr txBox="1"/>
            <p:nvPr/>
          </p:nvSpPr>
          <p:spPr>
            <a:xfrm>
              <a:off x="494416" y="3481279"/>
              <a:ext cx="3285742" cy="3108543"/>
            </a:xfrm>
            <a:prstGeom prst="rect">
              <a:avLst/>
            </a:prstGeom>
            <a:noFill/>
          </p:spPr>
          <p:txBody>
            <a:bodyPr wrap="square" rtlCol="0">
              <a:spAutoFit/>
            </a:bodyPr>
            <a:lstStyle/>
            <a:p>
              <a:pPr algn="ctr"/>
              <a:r>
                <a:rPr lang="ru-RU" sz="2800" dirty="0">
                  <a:solidFill>
                    <a:schemeClr val="bg1">
                      <a:lumMod val="75000"/>
                    </a:schemeClr>
                  </a:solidFill>
                </a:rPr>
                <a:t>Координация и тайм-менеджмент:</a:t>
              </a:r>
            </a:p>
            <a:p>
              <a:pPr algn="ctr"/>
              <a:r>
                <a:rPr lang="ru-RU" sz="2800" dirty="0">
                  <a:solidFill>
                    <a:schemeClr val="bg1">
                      <a:lumMod val="75000"/>
                    </a:schemeClr>
                  </a:solidFill>
                </a:rPr>
                <a:t>распределение задач, надзор за дедлайнами и поддержка фокуса на результате</a:t>
              </a:r>
            </a:p>
          </p:txBody>
        </p:sp>
      </p:grpSp>
      <p:sp>
        <p:nvSpPr>
          <p:cNvPr id="44" name="Прямоугольник 43">
            <a:extLst>
              <a:ext uri="{FF2B5EF4-FFF2-40B4-BE49-F238E27FC236}">
                <a16:creationId xmlns:a16="http://schemas.microsoft.com/office/drawing/2014/main" id="{940791E8-1B86-FC42-288C-C93CA11874FB}"/>
              </a:ext>
            </a:extLst>
          </p:cNvPr>
          <p:cNvSpPr/>
          <p:nvPr/>
        </p:nvSpPr>
        <p:spPr>
          <a:xfrm>
            <a:off x="13153" y="9248341"/>
            <a:ext cx="6070732" cy="4314710"/>
          </a:xfrm>
          <a:prstGeom prst="rect">
            <a:avLst/>
          </a:prstGeom>
          <a:gradFill flip="none" rotWithShape="1">
            <a:gsLst>
              <a:gs pos="1000">
                <a:schemeClr val="accent3">
                  <a:lumMod val="0"/>
                </a:schemeClr>
              </a:gs>
              <a:gs pos="92000">
                <a:schemeClr val="accent3">
                  <a:alpha val="0"/>
                  <a:lumMod val="10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grpSp>
        <p:nvGrpSpPr>
          <p:cNvPr id="34" name="Группа 33">
            <a:extLst>
              <a:ext uri="{FF2B5EF4-FFF2-40B4-BE49-F238E27FC236}">
                <a16:creationId xmlns:a16="http://schemas.microsoft.com/office/drawing/2014/main" id="{A8EEC058-1F03-EC75-1837-18803506A044}"/>
              </a:ext>
            </a:extLst>
          </p:cNvPr>
          <p:cNvGrpSpPr/>
          <p:nvPr/>
        </p:nvGrpSpPr>
        <p:grpSpPr>
          <a:xfrm>
            <a:off x="5719330" y="8973900"/>
            <a:ext cx="3705726" cy="4676339"/>
            <a:chOff x="359662" y="2398229"/>
            <a:chExt cx="3705726" cy="4676339"/>
          </a:xfrm>
        </p:grpSpPr>
        <p:sp>
          <p:nvSpPr>
            <p:cNvPr id="35" name="Прямоугольник: скругленные углы 34">
              <a:extLst>
                <a:ext uri="{FF2B5EF4-FFF2-40B4-BE49-F238E27FC236}">
                  <a16:creationId xmlns:a16="http://schemas.microsoft.com/office/drawing/2014/main" id="{77794DF8-ABC3-9AD3-CA0D-7E0A746932D7}"/>
                </a:ext>
              </a:extLst>
            </p:cNvPr>
            <p:cNvSpPr/>
            <p:nvPr/>
          </p:nvSpPr>
          <p:spPr>
            <a:xfrm>
              <a:off x="359662" y="2398229"/>
              <a:ext cx="3705726" cy="4676339"/>
            </a:xfrm>
            <a:prstGeom prst="roundRect">
              <a:avLst/>
            </a:prstGeom>
            <a:solidFill>
              <a:schemeClr val="accent1">
                <a:lumMod val="20000"/>
                <a:lumOff val="80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dirty="0"/>
            </a:p>
          </p:txBody>
        </p:sp>
        <p:sp>
          <p:nvSpPr>
            <p:cNvPr id="36" name="Текст 6">
              <a:extLst>
                <a:ext uri="{FF2B5EF4-FFF2-40B4-BE49-F238E27FC236}">
                  <a16:creationId xmlns:a16="http://schemas.microsoft.com/office/drawing/2014/main" id="{9E3DFB75-4054-E7E7-42F1-4D2E83E3CB1B}"/>
                </a:ext>
              </a:extLst>
            </p:cNvPr>
            <p:cNvSpPr txBox="1">
              <a:spLocks/>
            </p:cNvSpPr>
            <p:nvPr/>
          </p:nvSpPr>
          <p:spPr>
            <a:xfrm>
              <a:off x="686920" y="2710843"/>
              <a:ext cx="3378468" cy="1369403"/>
            </a:xfrm>
            <a:prstGeom prst="rect">
              <a:avLst/>
            </a:prstGeom>
          </p:spPr>
          <p:txBody>
            <a:bodyPr vert="horz" lIns="91440" tIns="45720" rIns="91440" bIns="45720" rtlCol="0">
              <a:noAutofit/>
            </a:bodyPr>
            <a:lstStyle>
              <a:defPPr>
                <a:defRPr lang="ru-RU"/>
              </a:defPPr>
              <a:lvl1pPr marL="0" indent="0" algn="r" defTabSz="2072670" rtl="0" eaLnBrk="1" latinLnBrk="0" hangingPunct="1">
                <a:lnSpc>
                  <a:spcPct val="95000"/>
                </a:lnSpc>
                <a:spcBef>
                  <a:spcPts val="0"/>
                </a:spcBef>
                <a:buFont typeface="Arial" panose="020B0604020202020204" pitchFamily="34" charset="0"/>
                <a:buNone/>
                <a:defRPr lang="ru-RU" sz="2800" b="0" kern="1200">
                  <a:solidFill>
                    <a:schemeClr val="bg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a:lstStyle>
            <a:p>
              <a:pPr algn="l"/>
              <a:r>
                <a:rPr lang="ru-RU" dirty="0"/>
                <a:t>Техническая часть</a:t>
              </a:r>
            </a:p>
            <a:p>
              <a:pPr algn="l"/>
              <a:endParaRPr lang="ru-RU" dirty="0"/>
            </a:p>
          </p:txBody>
        </p:sp>
        <p:sp>
          <p:nvSpPr>
            <p:cNvPr id="37" name="TextBox 36">
              <a:extLst>
                <a:ext uri="{FF2B5EF4-FFF2-40B4-BE49-F238E27FC236}">
                  <a16:creationId xmlns:a16="http://schemas.microsoft.com/office/drawing/2014/main" id="{9228F0B0-3645-07F8-1A67-1C9CCEC4E38D}"/>
                </a:ext>
              </a:extLst>
            </p:cNvPr>
            <p:cNvSpPr txBox="1"/>
            <p:nvPr/>
          </p:nvSpPr>
          <p:spPr>
            <a:xfrm>
              <a:off x="494416" y="3481279"/>
              <a:ext cx="3285742" cy="3539430"/>
            </a:xfrm>
            <a:prstGeom prst="rect">
              <a:avLst/>
            </a:prstGeom>
            <a:noFill/>
          </p:spPr>
          <p:txBody>
            <a:bodyPr wrap="square" rtlCol="0">
              <a:spAutoFit/>
            </a:bodyPr>
            <a:lstStyle/>
            <a:p>
              <a:pPr algn="ctr"/>
              <a:r>
                <a:rPr lang="ru-RU" sz="2800" dirty="0">
                  <a:solidFill>
                    <a:schemeClr val="bg1">
                      <a:lumMod val="75000"/>
                    </a:schemeClr>
                  </a:solidFill>
                </a:rPr>
                <a:t>Разработка и архитектура: превращаю идеи в работающий код, логику и стабильный продукт</a:t>
              </a:r>
            </a:p>
            <a:p>
              <a:pPr algn="ctr"/>
              <a:r>
                <a:rPr lang="ru-RU" sz="2800" dirty="0">
                  <a:solidFill>
                    <a:schemeClr val="bg1">
                      <a:lumMod val="75000"/>
                    </a:schemeClr>
                  </a:solidFill>
                </a:rPr>
                <a:t>(в перспективе)</a:t>
              </a:r>
            </a:p>
          </p:txBody>
        </p:sp>
      </p:grpSp>
    </p:spTree>
    <p:extLst>
      <p:ext uri="{BB962C8B-B14F-4D97-AF65-F5344CB8AC3E}">
        <p14:creationId xmlns:p14="http://schemas.microsoft.com/office/powerpoint/2010/main" val="45509316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Текст 11">
            <a:extLst>
              <a:ext uri="{FF2B5EF4-FFF2-40B4-BE49-F238E27FC236}">
                <a16:creationId xmlns:a16="http://schemas.microsoft.com/office/drawing/2014/main" id="{6C8580C2-84FA-E0F0-77EA-6F3FE8682ECB}"/>
              </a:ext>
            </a:extLst>
          </p:cNvPr>
          <p:cNvSpPr>
            <a:spLocks noGrp="1"/>
          </p:cNvSpPr>
          <p:nvPr>
            <p:ph type="body" sz="quarter" idx="18"/>
          </p:nvPr>
        </p:nvSpPr>
        <p:spPr>
          <a:xfrm>
            <a:off x="0" y="0"/>
            <a:ext cx="10058401" cy="1944000"/>
          </a:xfrm>
        </p:spPr>
        <p:txBody>
          <a:bodyPr/>
          <a:lstStyle/>
          <a:p>
            <a:r>
              <a:rPr lang="ru-RU" sz="6000" dirty="0"/>
              <a:t>ПОСЛУЖНОЙ СПИСОК</a:t>
            </a:r>
          </a:p>
        </p:txBody>
      </p:sp>
      <p:graphicFrame>
        <p:nvGraphicFramePr>
          <p:cNvPr id="17" name="Таблица 16">
            <a:extLst>
              <a:ext uri="{FF2B5EF4-FFF2-40B4-BE49-F238E27FC236}">
                <a16:creationId xmlns:a16="http://schemas.microsoft.com/office/drawing/2014/main" id="{8943E1A0-CAE6-302B-125E-3AEBFBAC89AF}"/>
              </a:ext>
            </a:extLst>
          </p:cNvPr>
          <p:cNvGraphicFramePr>
            <a:graphicFrameLocks noGrp="1"/>
          </p:cNvGraphicFramePr>
          <p:nvPr>
            <p:extLst>
              <p:ext uri="{D42A27DB-BD31-4B8C-83A1-F6EECF244321}">
                <p14:modId xmlns:p14="http://schemas.microsoft.com/office/powerpoint/2010/main" val="3928763582"/>
              </p:ext>
            </p:extLst>
          </p:nvPr>
        </p:nvGraphicFramePr>
        <p:xfrm>
          <a:off x="920015" y="2832501"/>
          <a:ext cx="8218370" cy="8997701"/>
        </p:xfrm>
        <a:graphic>
          <a:graphicData uri="http://schemas.openxmlformats.org/drawingml/2006/table">
            <a:tbl>
              <a:tblPr firstRow="1" bandRow="1">
                <a:tableStyleId>{5C22544A-7EE6-4342-B048-85BDC9FD1C3A}</a:tableStyleId>
              </a:tblPr>
              <a:tblGrid>
                <a:gridCol w="4109185">
                  <a:extLst>
                    <a:ext uri="{9D8B030D-6E8A-4147-A177-3AD203B41FA5}">
                      <a16:colId xmlns:a16="http://schemas.microsoft.com/office/drawing/2014/main" val="3918347729"/>
                    </a:ext>
                  </a:extLst>
                </a:gridCol>
                <a:gridCol w="4109185">
                  <a:extLst>
                    <a:ext uri="{9D8B030D-6E8A-4147-A177-3AD203B41FA5}">
                      <a16:colId xmlns:a16="http://schemas.microsoft.com/office/drawing/2014/main" val="4105632928"/>
                    </a:ext>
                  </a:extLst>
                </a:gridCol>
              </a:tblGrid>
              <a:tr h="704030">
                <a:tc>
                  <a:txBody>
                    <a:bodyPr/>
                    <a:lstStyle/>
                    <a:p>
                      <a:r>
                        <a:rPr lang="ru-RU" sz="3200" dirty="0"/>
                        <a:t>Операция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r"/>
                      <a:r>
                        <a:rPr lang="ru-RU" sz="3200" dirty="0"/>
                        <a:t>Результат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934476815"/>
                  </a:ext>
                </a:extLst>
              </a:tr>
              <a:tr h="327803">
                <a:tc>
                  <a:txBody>
                    <a:bodyPr/>
                    <a:lstStyle/>
                    <a:p>
                      <a:pPr algn="l"/>
                      <a:r>
                        <a:rPr lang="ru-RU" sz="2400" dirty="0">
                          <a:solidFill>
                            <a:schemeClr val="bg1">
                              <a:lumMod val="75000"/>
                            </a:schemeClr>
                          </a:solidFill>
                        </a:rPr>
                        <a:t>Создание игры в </a:t>
                      </a:r>
                      <a:r>
                        <a:rPr lang="en-US" sz="2400" dirty="0">
                          <a:solidFill>
                            <a:schemeClr val="bg1">
                              <a:lumMod val="75000"/>
                            </a:schemeClr>
                          </a:solidFill>
                        </a:rPr>
                        <a:t>Unity</a:t>
                      </a:r>
                      <a:r>
                        <a:rPr lang="ru-RU" sz="2400" dirty="0">
                          <a:solidFill>
                            <a:schemeClr val="bg1">
                              <a:lumMod val="75000"/>
                            </a:schemeClr>
                          </a:solidFill>
                        </a:rPr>
                        <a:t>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r"/>
                      <a:r>
                        <a:rPr lang="ru-RU" sz="2400" dirty="0">
                          <a:solidFill>
                            <a:srgbClr val="C00000"/>
                          </a:solidFill>
                        </a:rPr>
                        <a:t>Ранение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13109987"/>
                  </a:ext>
                </a:extLst>
              </a:tr>
              <a:tr h="501267">
                <a:tc>
                  <a:txBody>
                    <a:bodyPr/>
                    <a:lstStyle/>
                    <a:p>
                      <a:pPr marL="0" marR="0" lvl="0" indent="0" algn="l" defTabSz="2072670" rtl="0" eaLnBrk="1" fontAlgn="auto" latinLnBrk="0" hangingPunct="1">
                        <a:lnSpc>
                          <a:spcPct val="100000"/>
                        </a:lnSpc>
                        <a:spcBef>
                          <a:spcPts val="0"/>
                        </a:spcBef>
                        <a:spcAft>
                          <a:spcPts val="0"/>
                        </a:spcAft>
                        <a:buClrTx/>
                        <a:buSzTx/>
                        <a:buFontTx/>
                        <a:buNone/>
                        <a:tabLst/>
                        <a:defRPr/>
                      </a:pPr>
                      <a:r>
                        <a:rPr lang="ru-RU" sz="2400" dirty="0">
                          <a:solidFill>
                            <a:schemeClr val="bg1">
                              <a:lumMod val="75000"/>
                            </a:schemeClr>
                          </a:solidFill>
                        </a:rPr>
                        <a:t>Курс </a:t>
                      </a:r>
                      <a:r>
                        <a:rPr lang="en-US" sz="2400" dirty="0">
                          <a:solidFill>
                            <a:schemeClr val="bg1">
                              <a:lumMod val="75000"/>
                            </a:schemeClr>
                          </a:solidFill>
                        </a:rPr>
                        <a:t>Photoshop</a:t>
                      </a:r>
                      <a:endParaRPr lang="ru-R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r"/>
                      <a:r>
                        <a:rPr lang="ru-RU" sz="2400" dirty="0">
                          <a:solidFill>
                            <a:schemeClr val="accent6">
                              <a:lumMod val="75000"/>
                            </a:schemeClr>
                          </a:solidFill>
                        </a:rPr>
                        <a:t>Завершено </a:t>
                      </a:r>
                      <a:r>
                        <a:rPr lang="ru-RU" sz="2400" dirty="0"/>
                        <a:t>✅</a:t>
                      </a:r>
                      <a:endParaRPr lang="ru-RU" sz="2400" dirty="0">
                        <a:solidFill>
                          <a:schemeClr val="accent6">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829030076"/>
                  </a:ext>
                </a:extLst>
              </a:tr>
              <a:tr h="501267">
                <a:tc>
                  <a:txBody>
                    <a:bodyPr/>
                    <a:lstStyle/>
                    <a:p>
                      <a:pPr marL="0" marR="0" lvl="0" indent="0" algn="l" defTabSz="2072670" rtl="0" eaLnBrk="1" fontAlgn="auto" latinLnBrk="0" hangingPunct="1">
                        <a:lnSpc>
                          <a:spcPct val="100000"/>
                        </a:lnSpc>
                        <a:spcBef>
                          <a:spcPts val="0"/>
                        </a:spcBef>
                        <a:spcAft>
                          <a:spcPts val="0"/>
                        </a:spcAft>
                        <a:buClrTx/>
                        <a:buSzTx/>
                        <a:buFontTx/>
                        <a:buNone/>
                        <a:tabLst/>
                        <a:defRPr/>
                      </a:pPr>
                      <a:r>
                        <a:rPr lang="ru-RU" sz="2400" dirty="0">
                          <a:solidFill>
                            <a:schemeClr val="bg1">
                              <a:lumMod val="75000"/>
                            </a:schemeClr>
                          </a:solidFill>
                        </a:rPr>
                        <a:t>Изучение </a:t>
                      </a:r>
                      <a:r>
                        <a:rPr lang="en-US" sz="2400" dirty="0">
                          <a:solidFill>
                            <a:schemeClr val="bg1">
                              <a:lumMod val="75000"/>
                            </a:schemeClr>
                          </a:solidFill>
                        </a:rPr>
                        <a:t>Construct</a:t>
                      </a:r>
                      <a:endParaRPr lang="ru-R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r"/>
                      <a:r>
                        <a:rPr lang="ru-RU" sz="2400" dirty="0">
                          <a:solidFill>
                            <a:schemeClr val="bg1">
                              <a:lumMod val="75000"/>
                            </a:schemeClr>
                          </a:solidFill>
                        </a:rPr>
                        <a:t>Неизвестно?</a:t>
                      </a:r>
                      <a:endParaRPr lang="ru-RU" sz="2400" dirty="0">
                        <a:solidFill>
                          <a:schemeClr val="accent6">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291478432"/>
                  </a:ext>
                </a:extLst>
              </a:tr>
              <a:tr h="0">
                <a:tc>
                  <a:txBody>
                    <a:bodyPr/>
                    <a:lstStyle/>
                    <a:p>
                      <a:pPr marL="0" marR="0" lvl="0" indent="0" algn="l" defTabSz="207267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dirty="0">
                          <a:ln>
                            <a:noFill/>
                          </a:ln>
                          <a:solidFill>
                            <a:prstClr val="white">
                              <a:lumMod val="75000"/>
                            </a:prstClr>
                          </a:solidFill>
                          <a:effectLst/>
                          <a:uLnTx/>
                          <a:uFillTx/>
                          <a:latin typeface="+mn-lt"/>
                          <a:ea typeface="+mn-ea"/>
                          <a:cs typeface="+mn-cs"/>
                        </a:rPr>
                        <a:t>Изучение С</a:t>
                      </a:r>
                      <a:r>
                        <a:rPr kumimoji="0" lang="en-US" sz="2400" b="0" i="0" u="none" strike="noStrike" kern="1200" cap="none" spc="0" normalizeH="0" baseline="0" noProof="0" dirty="0">
                          <a:ln>
                            <a:noFill/>
                          </a:ln>
                          <a:solidFill>
                            <a:prstClr val="white">
                              <a:lumMod val="75000"/>
                            </a:prstClr>
                          </a:solidFill>
                          <a:effectLst/>
                          <a:uLnTx/>
                          <a:uFillTx/>
                          <a:latin typeface="+mn-lt"/>
                          <a:ea typeface="+mn-ea"/>
                          <a:cs typeface="+mn-cs"/>
                        </a:rPr>
                        <a:t>++</a:t>
                      </a:r>
                      <a:endParaRPr kumimoji="0" lang="ru-RU" sz="2400" b="0" i="0" u="none" strike="noStrike" kern="1200" cap="none" spc="0" normalizeH="0" baseline="0" noProof="0" dirty="0">
                        <a:ln>
                          <a:noFill/>
                        </a:ln>
                        <a:solidFill>
                          <a:prstClr val="white">
                            <a:lumMod val="75000"/>
                          </a:prstClr>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marL="0" marR="0" lvl="0" indent="0" algn="r" defTabSz="2072670" rtl="0" eaLnBrk="1" fontAlgn="auto" latinLnBrk="0" hangingPunct="1">
                        <a:lnSpc>
                          <a:spcPct val="100000"/>
                        </a:lnSpc>
                        <a:spcBef>
                          <a:spcPts val="0"/>
                        </a:spcBef>
                        <a:spcAft>
                          <a:spcPts val="0"/>
                        </a:spcAft>
                        <a:buClrTx/>
                        <a:buSzTx/>
                        <a:buFontTx/>
                        <a:buNone/>
                        <a:tabLst/>
                        <a:defRPr/>
                      </a:pPr>
                      <a:r>
                        <a:rPr lang="ru-RU" sz="2400" dirty="0">
                          <a:solidFill>
                            <a:schemeClr val="bg1">
                              <a:lumMod val="75000"/>
                            </a:schemeClr>
                          </a:solidFill>
                        </a:rPr>
                        <a:t>Не завершено…</a:t>
                      </a:r>
                      <a:endParaRPr kumimoji="0" lang="ru-RU" sz="2400" b="0" i="0" u="none" strike="noStrike" kern="1200" cap="none" spc="0" normalizeH="0" baseline="0" noProof="0" dirty="0">
                        <a:ln>
                          <a:noFill/>
                        </a:ln>
                        <a:solidFill>
                          <a:schemeClr val="accent6">
                            <a:lumMod val="75000"/>
                          </a:schemeClr>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654652016"/>
                  </a:ext>
                </a:extLst>
              </a:tr>
              <a:tr h="409074">
                <a:tc>
                  <a:txBody>
                    <a:bodyPr/>
                    <a:lstStyle/>
                    <a:p>
                      <a:pPr marL="0" marR="0" lvl="0" indent="0" algn="l" defTabSz="207267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dirty="0">
                          <a:ln>
                            <a:noFill/>
                          </a:ln>
                          <a:solidFill>
                            <a:prstClr val="white">
                              <a:lumMod val="75000"/>
                            </a:prstClr>
                          </a:solidFill>
                          <a:effectLst/>
                          <a:uLnTx/>
                          <a:uFillTx/>
                          <a:latin typeface="+mn-lt"/>
                          <a:ea typeface="+mn-ea"/>
                          <a:cs typeface="+mn-cs"/>
                        </a:rPr>
                        <a:t>Изучение </a:t>
                      </a:r>
                      <a:r>
                        <a:rPr kumimoji="0" lang="en-US" sz="2400" b="0" i="0" u="none" strike="noStrike" kern="1200" cap="none" spc="0" normalizeH="0" baseline="0" noProof="0" dirty="0">
                          <a:ln>
                            <a:noFill/>
                          </a:ln>
                          <a:solidFill>
                            <a:prstClr val="white">
                              <a:lumMod val="75000"/>
                            </a:prstClr>
                          </a:solidFill>
                          <a:effectLst/>
                          <a:uLnTx/>
                          <a:uFillTx/>
                          <a:latin typeface="+mn-lt"/>
                          <a:ea typeface="+mn-ea"/>
                          <a:cs typeface="+mn-cs"/>
                        </a:rPr>
                        <a:t>Python</a:t>
                      </a:r>
                      <a:endParaRPr kumimoji="0" lang="ru-RU" sz="2400" b="0" i="0" u="none" strike="noStrike" kern="1200" cap="none" spc="0" normalizeH="0" baseline="0" noProof="0" dirty="0">
                        <a:ln>
                          <a:noFill/>
                        </a:ln>
                        <a:solidFill>
                          <a:prstClr val="white">
                            <a:lumMod val="75000"/>
                          </a:prstClr>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marL="0" marR="0" lvl="0" indent="0" algn="r" defTabSz="207267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dirty="0">
                          <a:ln>
                            <a:noFill/>
                          </a:ln>
                          <a:solidFill>
                            <a:prstClr val="white">
                              <a:lumMod val="75000"/>
                            </a:prstClr>
                          </a:solidFill>
                          <a:effectLst/>
                          <a:uLnTx/>
                          <a:uFillTx/>
                          <a:latin typeface="+mn-lt"/>
                          <a:ea typeface="+mn-ea"/>
                          <a:cs typeface="+mn-cs"/>
                        </a:rPr>
                        <a:t>Не завершено…</a:t>
                      </a:r>
                      <a:endParaRPr kumimoji="0" lang="ru-RU" sz="2400" b="0" i="0" u="none" strike="noStrike" kern="1200" cap="none" spc="0" normalizeH="0" baseline="0" noProof="0" dirty="0">
                        <a:ln>
                          <a:noFill/>
                        </a:ln>
                        <a:solidFill>
                          <a:srgbClr val="70AD47">
                            <a:lumMod val="75000"/>
                          </a:srgbClr>
                        </a:solidFill>
                        <a:effectLst/>
                        <a:uLnTx/>
                        <a:uFillTx/>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31410164"/>
                  </a:ext>
                </a:extLst>
              </a:tr>
              <a:tr h="442009">
                <a:tc>
                  <a:txBody>
                    <a:bodyPr/>
                    <a:lstStyle/>
                    <a:p>
                      <a:pPr marL="0" marR="0" lvl="0" indent="0" algn="l" defTabSz="207267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dirty="0">
                          <a:ln>
                            <a:noFill/>
                          </a:ln>
                          <a:solidFill>
                            <a:prstClr val="white">
                              <a:lumMod val="75000"/>
                            </a:prstClr>
                          </a:solidFill>
                          <a:effectLst/>
                          <a:uLnTx/>
                          <a:uFillTx/>
                          <a:latin typeface="+mn-lt"/>
                          <a:ea typeface="+mn-ea"/>
                          <a:cs typeface="+mn-cs"/>
                        </a:rPr>
                        <a:t>Создание игры в </a:t>
                      </a:r>
                      <a:r>
                        <a:rPr kumimoji="0" lang="en-US" sz="2400" b="0" i="0" u="none" strike="noStrike" kern="1200" cap="none" spc="0" normalizeH="0" baseline="0" noProof="0" dirty="0">
                          <a:ln>
                            <a:noFill/>
                          </a:ln>
                          <a:solidFill>
                            <a:prstClr val="white">
                              <a:lumMod val="75000"/>
                            </a:prstClr>
                          </a:solidFill>
                          <a:effectLst/>
                          <a:uLnTx/>
                          <a:uFillTx/>
                          <a:latin typeface="+mn-lt"/>
                          <a:ea typeface="+mn-ea"/>
                          <a:cs typeface="+mn-cs"/>
                        </a:rPr>
                        <a:t>Unity</a:t>
                      </a:r>
                      <a:r>
                        <a:rPr kumimoji="0" lang="ru-RU" sz="2400" b="0" i="0" u="none" strike="noStrike" kern="1200" cap="none" spc="0" normalizeH="0" baseline="0" noProof="0" dirty="0">
                          <a:ln>
                            <a:noFill/>
                          </a:ln>
                          <a:solidFill>
                            <a:prstClr val="white">
                              <a:lumMod val="75000"/>
                            </a:prstClr>
                          </a:solidFill>
                          <a:effectLst/>
                          <a:uLnTx/>
                          <a:uFillTx/>
                          <a:latin typeface="+mn-lt"/>
                          <a:ea typeface="+mn-ea"/>
                          <a:cs typeface="+mn-cs"/>
                        </a:rPr>
                        <a:t>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marL="0" marR="0" lvl="0" indent="0" algn="r" defTabSz="207267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dirty="0">
                          <a:ln>
                            <a:noFill/>
                          </a:ln>
                          <a:solidFill>
                            <a:srgbClr val="C00000"/>
                          </a:solidFill>
                          <a:effectLst/>
                          <a:uLnTx/>
                          <a:uFillTx/>
                          <a:latin typeface="+mn-lt"/>
                          <a:ea typeface="+mn-ea"/>
                          <a:cs typeface="+mn-cs"/>
                        </a:rPr>
                        <a:t>Ранение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132340328"/>
                  </a:ext>
                </a:extLst>
              </a:tr>
              <a:tr h="143667">
                <a:tc>
                  <a:txBody>
                    <a:bodyPr/>
                    <a:lstStyle/>
                    <a:p>
                      <a:pPr marL="0" marR="0" lvl="0" indent="0" algn="l" defTabSz="207267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dirty="0">
                          <a:ln>
                            <a:noFill/>
                          </a:ln>
                          <a:solidFill>
                            <a:prstClr val="white">
                              <a:lumMod val="75000"/>
                            </a:prstClr>
                          </a:solidFill>
                          <a:effectLst/>
                          <a:uLnTx/>
                          <a:uFillTx/>
                          <a:latin typeface="+mn-lt"/>
                          <a:ea typeface="+mn-ea"/>
                          <a:cs typeface="+mn-cs"/>
                        </a:rPr>
                        <a:t>Создание игры в </a:t>
                      </a:r>
                      <a:r>
                        <a:rPr kumimoji="0" lang="en-US" sz="2400" b="0" i="0" u="none" strike="noStrike" kern="1200" cap="none" spc="0" normalizeH="0" baseline="0" noProof="0" dirty="0">
                          <a:ln>
                            <a:noFill/>
                          </a:ln>
                          <a:solidFill>
                            <a:prstClr val="white">
                              <a:lumMod val="75000"/>
                            </a:prstClr>
                          </a:solidFill>
                          <a:effectLst/>
                          <a:uLnTx/>
                          <a:uFillTx/>
                          <a:latin typeface="+mn-lt"/>
                          <a:ea typeface="+mn-ea"/>
                          <a:cs typeface="+mn-cs"/>
                        </a:rPr>
                        <a:t>Unreal Engine</a:t>
                      </a:r>
                      <a:r>
                        <a:rPr kumimoji="0" lang="ru-RU" sz="2400" b="0" i="0" u="none" strike="noStrike" kern="1200" cap="none" spc="0" normalizeH="0" baseline="0" noProof="0" dirty="0">
                          <a:ln>
                            <a:noFill/>
                          </a:ln>
                          <a:solidFill>
                            <a:prstClr val="white">
                              <a:lumMod val="75000"/>
                            </a:prstClr>
                          </a:solidFill>
                          <a:effectLst/>
                          <a:uLnTx/>
                          <a:uFillTx/>
                          <a:latin typeface="+mn-lt"/>
                          <a:ea typeface="+mn-ea"/>
                          <a:cs typeface="+mn-cs"/>
                        </a:rPr>
                        <a:t> 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r"/>
                      <a:r>
                        <a:rPr kumimoji="0" lang="ru-RU" sz="2400" b="0" i="0" u="none" strike="noStrike" kern="1200" cap="none" spc="0" normalizeH="0" baseline="0" noProof="0" dirty="0">
                          <a:ln>
                            <a:noFill/>
                          </a:ln>
                          <a:solidFill>
                            <a:prstClr val="white">
                              <a:lumMod val="75000"/>
                            </a:prstClr>
                          </a:solidFill>
                          <a:effectLst/>
                          <a:uLnTx/>
                          <a:uFillTx/>
                          <a:latin typeface="+mn-lt"/>
                          <a:ea typeface="+mn-ea"/>
                          <a:cs typeface="+mn-cs"/>
                        </a:rPr>
                        <a:t>Пропал без вести…</a:t>
                      </a:r>
                      <a:endParaRPr lang="ru-R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272752310"/>
                  </a:ext>
                </a:extLst>
              </a:tr>
              <a:tr h="432383">
                <a:tc>
                  <a:txBody>
                    <a:bodyPr/>
                    <a:lstStyle/>
                    <a:p>
                      <a:r>
                        <a:rPr kumimoji="0" lang="ru-RU" sz="2400" b="0" i="0" u="none" strike="noStrike" kern="1200" cap="none" spc="0" normalizeH="0" baseline="0" noProof="0" dirty="0">
                          <a:ln>
                            <a:noFill/>
                          </a:ln>
                          <a:solidFill>
                            <a:prstClr val="white">
                              <a:lumMod val="75000"/>
                            </a:prstClr>
                          </a:solidFill>
                          <a:effectLst/>
                          <a:uLnTx/>
                          <a:uFillTx/>
                          <a:latin typeface="+mn-lt"/>
                          <a:ea typeface="+mn-ea"/>
                          <a:cs typeface="+mn-cs"/>
                        </a:rPr>
                        <a:t>Подготовка к ЕГЭ</a:t>
                      </a:r>
                      <a:endParaRPr lang="ru-R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r"/>
                      <a:r>
                        <a:rPr lang="ru-RU" sz="2400" dirty="0">
                          <a:solidFill>
                            <a:schemeClr val="accent6">
                              <a:lumMod val="75000"/>
                            </a:schemeClr>
                          </a:solidFill>
                        </a:rPr>
                        <a:t>Наконец-то☠️</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4125382569"/>
                  </a:ext>
                </a:extLst>
              </a:tr>
              <a:tr h="369819">
                <a:tc>
                  <a:txBody>
                    <a:bodyPr/>
                    <a:lstStyle/>
                    <a:p>
                      <a:r>
                        <a:rPr lang="ru-RU" sz="2400" dirty="0">
                          <a:solidFill>
                            <a:schemeClr val="bg1">
                              <a:lumMod val="75000"/>
                            </a:schemeClr>
                          </a:solidFill>
                        </a:rPr>
                        <a:t>ЕГЭ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r"/>
                      <a:r>
                        <a:rPr lang="ru-RU" sz="2400" dirty="0">
                          <a:solidFill>
                            <a:schemeClr val="accent6">
                              <a:lumMod val="75000"/>
                            </a:schemeClr>
                          </a:solidFill>
                        </a:rPr>
                        <a:t>Ужас</a:t>
                      </a:r>
                      <a:endParaRPr lang="ru-RU" sz="2400" dirty="0">
                        <a:solidFill>
                          <a:schemeClr val="bg1">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147992831"/>
                  </a:ext>
                </a:extLst>
              </a:tr>
              <a:tr h="345756">
                <a:tc>
                  <a:txBody>
                    <a:bodyPr/>
                    <a:lstStyle/>
                    <a:p>
                      <a:r>
                        <a:rPr lang="ru-RU" sz="2400" dirty="0">
                          <a:solidFill>
                            <a:schemeClr val="bg1">
                              <a:lumMod val="75000"/>
                            </a:schemeClr>
                          </a:solidFill>
                        </a:rPr>
                        <a:t>Поступление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marL="0" marR="0" lvl="0" indent="0" algn="r" defTabSz="2072670" rtl="0" eaLnBrk="1" fontAlgn="auto" latinLnBrk="0" hangingPunct="1">
                        <a:lnSpc>
                          <a:spcPct val="100000"/>
                        </a:lnSpc>
                        <a:spcBef>
                          <a:spcPts val="0"/>
                        </a:spcBef>
                        <a:spcAft>
                          <a:spcPts val="0"/>
                        </a:spcAft>
                        <a:buClrTx/>
                        <a:buSzTx/>
                        <a:buFontTx/>
                        <a:buNone/>
                        <a:tabLst/>
                        <a:defRPr/>
                      </a:pPr>
                      <a:r>
                        <a:rPr lang="ru-RU" sz="2400" dirty="0">
                          <a:solidFill>
                            <a:schemeClr val="accent6">
                              <a:lumMod val="75000"/>
                            </a:schemeClr>
                          </a:solidFill>
                        </a:rPr>
                        <a:t>Ужас, но поменьше</a:t>
                      </a:r>
                      <a:endParaRPr lang="ru-RU" sz="2400" dirty="0">
                        <a:solidFill>
                          <a:schemeClr val="bg1">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3416041"/>
                  </a:ext>
                </a:extLst>
              </a:tr>
              <a:tr h="427571">
                <a:tc>
                  <a:txBody>
                    <a:bodyPr/>
                    <a:lstStyle/>
                    <a:p>
                      <a:r>
                        <a:rPr kumimoji="0" lang="ru-RU" sz="2400" b="0" i="0" u="none" strike="noStrike" kern="1200" cap="none" spc="0" normalizeH="0" baseline="0" noProof="0" dirty="0">
                          <a:ln>
                            <a:noFill/>
                          </a:ln>
                          <a:solidFill>
                            <a:prstClr val="white">
                              <a:lumMod val="75000"/>
                            </a:prstClr>
                          </a:solidFill>
                          <a:effectLst/>
                          <a:uLnTx/>
                          <a:uFillTx/>
                          <a:latin typeface="+mn-lt"/>
                          <a:ea typeface="+mn-ea"/>
                          <a:cs typeface="+mn-cs"/>
                        </a:rPr>
                        <a:t>Вступление в сопротивление</a:t>
                      </a:r>
                      <a:endParaRPr lang="ru-R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r"/>
                      <a:r>
                        <a:rPr lang="ru-RU" sz="2400" dirty="0">
                          <a:solidFill>
                            <a:schemeClr val="accent6">
                              <a:lumMod val="75000"/>
                            </a:schemeClr>
                          </a:solidFill>
                        </a:rPr>
                        <a:t>Новое начало?</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641835583"/>
                  </a:ext>
                </a:extLst>
              </a:tr>
              <a:tr h="558266">
                <a:tc>
                  <a:txBody>
                    <a:bodyPr/>
                    <a:lstStyle/>
                    <a:p>
                      <a:r>
                        <a:rPr lang="ru-RU" sz="2400" dirty="0">
                          <a:solidFill>
                            <a:schemeClr val="bg1">
                              <a:lumMod val="75000"/>
                            </a:schemeClr>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r"/>
                      <a:r>
                        <a:rPr lang="ru-RU" sz="2400" dirty="0">
                          <a:solidFill>
                            <a:schemeClr val="bg1">
                              <a:lumMod val="75000"/>
                            </a:schemeClr>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233940212"/>
                  </a:ext>
                </a:extLst>
              </a:tr>
              <a:tr h="529389">
                <a:tc>
                  <a:txBody>
                    <a:bodyPr/>
                    <a:lstStyle/>
                    <a:p>
                      <a:r>
                        <a:rPr lang="ru-RU" sz="2400" dirty="0">
                          <a:solidFill>
                            <a:schemeClr val="bg1">
                              <a:lumMod val="75000"/>
                            </a:schemeClr>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r"/>
                      <a:r>
                        <a:rPr lang="ru-RU" sz="2400" dirty="0">
                          <a:solidFill>
                            <a:schemeClr val="bg1">
                              <a:lumMod val="75000"/>
                            </a:schemeClr>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922700444"/>
                  </a:ext>
                </a:extLst>
              </a:tr>
              <a:tr h="548640">
                <a:tc>
                  <a:txBody>
                    <a:bodyPr/>
                    <a:lstStyle/>
                    <a:p>
                      <a:r>
                        <a:rPr lang="ru-RU" sz="2400" dirty="0">
                          <a:solidFill>
                            <a:schemeClr val="bg1">
                              <a:lumMod val="75000"/>
                            </a:schemeClr>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r"/>
                      <a:r>
                        <a:rPr lang="ru-RU" sz="2400" dirty="0">
                          <a:solidFill>
                            <a:schemeClr val="bg1">
                              <a:lumMod val="75000"/>
                            </a:schemeClr>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078057916"/>
                  </a:ext>
                </a:extLst>
              </a:tr>
              <a:tr h="596766">
                <a:tc>
                  <a:txBody>
                    <a:bodyPr/>
                    <a:lstStyle/>
                    <a:p>
                      <a:r>
                        <a:rPr lang="ru-RU" sz="2400" dirty="0">
                          <a:solidFill>
                            <a:schemeClr val="bg1">
                              <a:lumMod val="75000"/>
                            </a:schemeClr>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r"/>
                      <a:r>
                        <a:rPr lang="ru-RU" sz="2400" dirty="0">
                          <a:solidFill>
                            <a:schemeClr val="bg1">
                              <a:lumMod val="75000"/>
                            </a:schemeClr>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639571299"/>
                  </a:ext>
                </a:extLst>
              </a:tr>
              <a:tr h="577516">
                <a:tc>
                  <a:txBody>
                    <a:bodyPr/>
                    <a:lstStyle/>
                    <a:p>
                      <a:r>
                        <a:rPr lang="ru-RU" sz="2400" dirty="0">
                          <a:solidFill>
                            <a:schemeClr val="bg1">
                              <a:lumMod val="75000"/>
                            </a:schemeClr>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r"/>
                      <a:r>
                        <a:rPr lang="ru-RU" sz="2400" dirty="0">
                          <a:solidFill>
                            <a:schemeClr val="bg1">
                              <a:lumMod val="75000"/>
                            </a:schemeClr>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979987567"/>
                  </a:ext>
                </a:extLst>
              </a:tr>
            </a:tbl>
          </a:graphicData>
        </a:graphic>
      </p:graphicFrame>
      <p:sp>
        <p:nvSpPr>
          <p:cNvPr id="19" name="Текст 6">
            <a:extLst>
              <a:ext uri="{FF2B5EF4-FFF2-40B4-BE49-F238E27FC236}">
                <a16:creationId xmlns:a16="http://schemas.microsoft.com/office/drawing/2014/main" id="{2D287640-FF04-DB8C-4E5F-B123AB9E6FA5}"/>
              </a:ext>
            </a:extLst>
          </p:cNvPr>
          <p:cNvSpPr txBox="1">
            <a:spLocks/>
          </p:cNvSpPr>
          <p:nvPr/>
        </p:nvSpPr>
        <p:spPr>
          <a:xfrm>
            <a:off x="591833" y="12712299"/>
            <a:ext cx="9197060" cy="2437806"/>
          </a:xfrm>
          <a:prstGeom prst="rect">
            <a:avLst/>
          </a:prstGeom>
        </p:spPr>
        <p:txBody>
          <a:bodyPr vert="horz" lIns="91440" tIns="45720" rIns="91440" bIns="45720" rtlCol="0">
            <a:noAutofit/>
          </a:bodyPr>
          <a:lstStyle>
            <a:defPPr>
              <a:defRPr lang="ru-RU"/>
            </a:defPPr>
            <a:lvl1pPr marL="0" indent="0" algn="r" defTabSz="2072670" rtl="0" eaLnBrk="1" latinLnBrk="0" hangingPunct="1">
              <a:lnSpc>
                <a:spcPct val="95000"/>
              </a:lnSpc>
              <a:spcBef>
                <a:spcPts val="0"/>
              </a:spcBef>
              <a:buFont typeface="Arial" panose="020B0604020202020204" pitchFamily="34" charset="0"/>
              <a:buNone/>
              <a:defRPr lang="ru-RU" sz="2800" b="0" kern="1200">
                <a:solidFill>
                  <a:schemeClr val="bg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a:lstStyle>
          <a:p>
            <a:pPr algn="l"/>
            <a:endParaRPr lang="ru-RU" dirty="0"/>
          </a:p>
        </p:txBody>
      </p:sp>
      <p:pic>
        <p:nvPicPr>
          <p:cNvPr id="21" name="Рисунок 20" descr="Восклицательный знак со сплошной заливкой">
            <a:extLst>
              <a:ext uri="{FF2B5EF4-FFF2-40B4-BE49-F238E27FC236}">
                <a16:creationId xmlns:a16="http://schemas.microsoft.com/office/drawing/2014/main" id="{FAFA11A9-AF05-F235-B277-DBFE79CE846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12830417"/>
            <a:ext cx="914400" cy="914400"/>
          </a:xfrm>
          <a:prstGeom prst="rect">
            <a:avLst/>
          </a:prstGeom>
        </p:spPr>
      </p:pic>
      <p:sp>
        <p:nvSpPr>
          <p:cNvPr id="24" name="Текст 6">
            <a:extLst>
              <a:ext uri="{FF2B5EF4-FFF2-40B4-BE49-F238E27FC236}">
                <a16:creationId xmlns:a16="http://schemas.microsoft.com/office/drawing/2014/main" id="{ECD8DDEE-E2D5-1978-B8F9-8596D46F1200}"/>
              </a:ext>
            </a:extLst>
          </p:cNvPr>
          <p:cNvSpPr txBox="1">
            <a:spLocks/>
          </p:cNvSpPr>
          <p:nvPr/>
        </p:nvSpPr>
        <p:spPr>
          <a:xfrm>
            <a:off x="591833" y="12830417"/>
            <a:ext cx="8874734" cy="2437806"/>
          </a:xfrm>
          <a:prstGeom prst="rect">
            <a:avLst/>
          </a:prstGeom>
        </p:spPr>
        <p:txBody>
          <a:bodyPr vert="horz" lIns="91440" tIns="45720" rIns="91440" bIns="45720" rtlCol="0">
            <a:noAutofit/>
          </a:bodyPr>
          <a:lstStyle>
            <a:defPPr>
              <a:defRPr lang="ru-RU"/>
            </a:defPPr>
            <a:lvl1pPr marL="0" indent="0" algn="r" defTabSz="2072670" rtl="0" eaLnBrk="1" latinLnBrk="0" hangingPunct="1">
              <a:lnSpc>
                <a:spcPct val="95000"/>
              </a:lnSpc>
              <a:spcBef>
                <a:spcPts val="0"/>
              </a:spcBef>
              <a:buFont typeface="Arial" panose="020B0604020202020204" pitchFamily="34" charset="0"/>
              <a:buNone/>
              <a:defRPr lang="ru-RU" sz="2800" b="0" kern="1200">
                <a:solidFill>
                  <a:schemeClr val="bg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a:lstStyle>
          <a:p>
            <a:pPr algn="just"/>
            <a:r>
              <a:rPr lang="ru-RU" dirty="0"/>
              <a:t>Желает возобновить деятельность, опробовать себя в работе в команде… </a:t>
            </a:r>
          </a:p>
        </p:txBody>
      </p:sp>
    </p:spTree>
    <p:extLst>
      <p:ext uri="{BB962C8B-B14F-4D97-AF65-F5344CB8AC3E}">
        <p14:creationId xmlns:p14="http://schemas.microsoft.com/office/powerpoint/2010/main" val="210534363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Текст 11">
            <a:extLst>
              <a:ext uri="{FF2B5EF4-FFF2-40B4-BE49-F238E27FC236}">
                <a16:creationId xmlns:a16="http://schemas.microsoft.com/office/drawing/2014/main" id="{6B1671B0-37F9-893B-303E-A5C6F9881FB4}"/>
              </a:ext>
            </a:extLst>
          </p:cNvPr>
          <p:cNvSpPr>
            <a:spLocks noGrp="1"/>
          </p:cNvSpPr>
          <p:nvPr>
            <p:ph type="body" sz="quarter" idx="18"/>
          </p:nvPr>
        </p:nvSpPr>
        <p:spPr>
          <a:xfrm>
            <a:off x="0" y="0"/>
            <a:ext cx="10058401" cy="1944000"/>
          </a:xfrm>
        </p:spPr>
        <p:txBody>
          <a:bodyPr/>
          <a:lstStyle/>
          <a:p>
            <a:r>
              <a:rPr lang="ru-RU" sz="6000" dirty="0"/>
              <a:t>ПЛАН РАЗВИТИТЯ</a:t>
            </a:r>
          </a:p>
        </p:txBody>
      </p:sp>
      <p:sp>
        <p:nvSpPr>
          <p:cNvPr id="19" name="Текст 6">
            <a:extLst>
              <a:ext uri="{FF2B5EF4-FFF2-40B4-BE49-F238E27FC236}">
                <a16:creationId xmlns:a16="http://schemas.microsoft.com/office/drawing/2014/main" id="{98ABFFAA-128C-3E13-1F49-4797D7BF26BA}"/>
              </a:ext>
            </a:extLst>
          </p:cNvPr>
          <p:cNvSpPr txBox="1">
            <a:spLocks/>
          </p:cNvSpPr>
          <p:nvPr/>
        </p:nvSpPr>
        <p:spPr>
          <a:xfrm>
            <a:off x="716964" y="3657599"/>
            <a:ext cx="8874734" cy="2437806"/>
          </a:xfrm>
          <a:prstGeom prst="rect">
            <a:avLst/>
          </a:prstGeom>
        </p:spPr>
        <p:txBody>
          <a:bodyPr vert="horz" lIns="91440" tIns="45720" rIns="91440" bIns="45720" rtlCol="0">
            <a:noAutofit/>
          </a:bodyPr>
          <a:lstStyle>
            <a:defPPr>
              <a:defRPr lang="ru-RU"/>
            </a:defPPr>
            <a:lvl1pPr marL="0" indent="0" algn="r" defTabSz="2072670" rtl="0" eaLnBrk="1" latinLnBrk="0" hangingPunct="1">
              <a:lnSpc>
                <a:spcPct val="95000"/>
              </a:lnSpc>
              <a:spcBef>
                <a:spcPts val="0"/>
              </a:spcBef>
              <a:buFont typeface="Arial" panose="020B0604020202020204" pitchFamily="34" charset="0"/>
              <a:buNone/>
              <a:defRPr lang="ru-RU" sz="2800" b="0" kern="1200">
                <a:solidFill>
                  <a:schemeClr val="bg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a:lstStyle>
          <a:p>
            <a:pPr algn="just"/>
            <a:r>
              <a:rPr lang="ru-RU" dirty="0"/>
              <a:t>На данный момент проходит реабилитацию после ЕГЭ, отошел от дел в ожидании подходящего момента. За курс хочет научиться работать в большой команде. Ожидает интересных заданий, в которых действительно можно проявить себя.</a:t>
            </a:r>
          </a:p>
        </p:txBody>
      </p:sp>
      <p:pic>
        <p:nvPicPr>
          <p:cNvPr id="21" name="Рисунок 20" descr="Звезды со сплошной заливкой">
            <a:extLst>
              <a:ext uri="{FF2B5EF4-FFF2-40B4-BE49-F238E27FC236}">
                <a16:creationId xmlns:a16="http://schemas.microsoft.com/office/drawing/2014/main" id="{7ED1D373-66F8-EE44-D9F0-77C2DB2D812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2287" y="3570972"/>
            <a:ext cx="707337" cy="707337"/>
          </a:xfrm>
          <a:prstGeom prst="rect">
            <a:avLst/>
          </a:prstGeom>
        </p:spPr>
      </p:pic>
      <p:pic>
        <p:nvPicPr>
          <p:cNvPr id="24" name="Рисунок 23" descr="Реакция картинки | Юмор о разводе, Смешные свиньи, Мы">
            <a:extLst>
              <a:ext uri="{FF2B5EF4-FFF2-40B4-BE49-F238E27FC236}">
                <a16:creationId xmlns:a16="http://schemas.microsoft.com/office/drawing/2014/main" id="{B1BB9C60-730F-947F-65AE-62B0848099C5}"/>
              </a:ext>
            </a:extLst>
          </p:cNvPr>
          <p:cNvPicPr>
            <a:picLocks noChangeAspect="1"/>
          </p:cNvPicPr>
          <p:nvPr/>
        </p:nvPicPr>
        <p:blipFill>
          <a:blip r:embed="rId3"/>
          <a:stretch>
            <a:fillRect/>
          </a:stretch>
        </p:blipFill>
        <p:spPr>
          <a:xfrm>
            <a:off x="0" y="6829123"/>
            <a:ext cx="10058400" cy="6705600"/>
          </a:xfrm>
          <a:prstGeom prst="rect">
            <a:avLst/>
          </a:prstGeom>
        </p:spPr>
      </p:pic>
      <p:sp>
        <p:nvSpPr>
          <p:cNvPr id="25" name="Прямоугольник 24">
            <a:extLst>
              <a:ext uri="{FF2B5EF4-FFF2-40B4-BE49-F238E27FC236}">
                <a16:creationId xmlns:a16="http://schemas.microsoft.com/office/drawing/2014/main" id="{5C1EB190-4D82-5FCC-B0CF-E302AA0B8ABD}"/>
              </a:ext>
            </a:extLst>
          </p:cNvPr>
          <p:cNvSpPr/>
          <p:nvPr/>
        </p:nvSpPr>
        <p:spPr>
          <a:xfrm>
            <a:off x="0" y="6829123"/>
            <a:ext cx="10058400" cy="6705600"/>
          </a:xfrm>
          <a:prstGeom prst="rect">
            <a:avLst/>
          </a:prstGeom>
          <a:gradFill>
            <a:gsLst>
              <a:gs pos="0">
                <a:schemeClr val="accent3">
                  <a:lumMod val="0"/>
                  <a:alpha val="0"/>
                </a:schemeClr>
              </a:gs>
              <a:gs pos="100000">
                <a:schemeClr val="accent3">
                  <a:lumMod val="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9" name="Рисунок 28">
            <a:extLst>
              <a:ext uri="{FF2B5EF4-FFF2-40B4-BE49-F238E27FC236}">
                <a16:creationId xmlns:a16="http://schemas.microsoft.com/office/drawing/2014/main" id="{EF36ED60-FE2D-93A6-AC37-7D3C82844048}"/>
              </a:ext>
            </a:extLst>
          </p:cNvPr>
          <p:cNvPicPr>
            <a:picLocks noChangeAspect="1"/>
          </p:cNvPicPr>
          <p:nvPr/>
        </p:nvPicPr>
        <p:blipFill>
          <a:blip r:embed="rId4"/>
          <a:stretch>
            <a:fillRect/>
          </a:stretch>
        </p:blipFill>
        <p:spPr>
          <a:xfrm>
            <a:off x="0" y="6829123"/>
            <a:ext cx="10058400" cy="6705600"/>
          </a:xfrm>
          <a:prstGeom prst="rect">
            <a:avLst/>
          </a:prstGeom>
        </p:spPr>
      </p:pic>
    </p:spTree>
    <p:extLst>
      <p:ext uri="{BB962C8B-B14F-4D97-AF65-F5344CB8AC3E}">
        <p14:creationId xmlns:p14="http://schemas.microsoft.com/office/powerpoint/2010/main" val="428637496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Текст 11">
            <a:extLst>
              <a:ext uri="{FF2B5EF4-FFF2-40B4-BE49-F238E27FC236}">
                <a16:creationId xmlns:a16="http://schemas.microsoft.com/office/drawing/2014/main" id="{5F97CC0C-85C0-3400-AEB5-2A516488271A}"/>
              </a:ext>
            </a:extLst>
          </p:cNvPr>
          <p:cNvSpPr>
            <a:spLocks noGrp="1"/>
          </p:cNvSpPr>
          <p:nvPr>
            <p:ph type="body" sz="quarter" idx="18"/>
          </p:nvPr>
        </p:nvSpPr>
        <p:spPr>
          <a:xfrm>
            <a:off x="0" y="0"/>
            <a:ext cx="10058400" cy="2664891"/>
          </a:xfrm>
        </p:spPr>
        <p:txBody>
          <a:bodyPr/>
          <a:lstStyle/>
          <a:p>
            <a:r>
              <a:rPr lang="ru-RU" sz="6000" dirty="0"/>
              <a:t>ВДОХНОВЕНИЕ ПРИХОДИТ ВО ВРЕМЯ РАБОТЫ</a:t>
            </a:r>
          </a:p>
        </p:txBody>
      </p:sp>
      <p:sp>
        <p:nvSpPr>
          <p:cNvPr id="17" name="Текст 6">
            <a:extLst>
              <a:ext uri="{FF2B5EF4-FFF2-40B4-BE49-F238E27FC236}">
                <a16:creationId xmlns:a16="http://schemas.microsoft.com/office/drawing/2014/main" id="{F527E3D1-6995-91EE-A7FC-1C4595019E13}"/>
              </a:ext>
            </a:extLst>
          </p:cNvPr>
          <p:cNvSpPr txBox="1">
            <a:spLocks/>
          </p:cNvSpPr>
          <p:nvPr/>
        </p:nvSpPr>
        <p:spPr>
          <a:xfrm>
            <a:off x="485958" y="2858702"/>
            <a:ext cx="8874734" cy="2437806"/>
          </a:xfrm>
          <a:prstGeom prst="rect">
            <a:avLst/>
          </a:prstGeom>
        </p:spPr>
        <p:txBody>
          <a:bodyPr vert="horz" lIns="91440" tIns="45720" rIns="91440" bIns="45720" rtlCol="0">
            <a:noAutofit/>
          </a:bodyPr>
          <a:lstStyle>
            <a:defPPr>
              <a:defRPr lang="ru-RU"/>
            </a:defPPr>
            <a:lvl1pPr marL="0" indent="0" algn="r" defTabSz="2072670" rtl="0" eaLnBrk="1" latinLnBrk="0" hangingPunct="1">
              <a:lnSpc>
                <a:spcPct val="95000"/>
              </a:lnSpc>
              <a:spcBef>
                <a:spcPts val="0"/>
              </a:spcBef>
              <a:buFont typeface="Arial" panose="020B0604020202020204" pitchFamily="34" charset="0"/>
              <a:buNone/>
              <a:defRPr lang="ru-RU" sz="2800" b="0" kern="1200">
                <a:solidFill>
                  <a:schemeClr val="bg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a:lstStyle>
          <a:p>
            <a:pPr algn="ctr"/>
            <a:endParaRPr lang="ru-RU" sz="6000" dirty="0"/>
          </a:p>
        </p:txBody>
      </p:sp>
      <p:pic>
        <p:nvPicPr>
          <p:cNvPr id="21" name="Рисунок 20">
            <a:extLst>
              <a:ext uri="{FF2B5EF4-FFF2-40B4-BE49-F238E27FC236}">
                <a16:creationId xmlns:a16="http://schemas.microsoft.com/office/drawing/2014/main" id="{5EE91CF7-6728-627F-E257-BA16F9ADC53F}"/>
              </a:ext>
            </a:extLst>
          </p:cNvPr>
          <p:cNvPicPr>
            <a:picLocks noChangeAspect="1"/>
          </p:cNvPicPr>
          <p:nvPr/>
        </p:nvPicPr>
        <p:blipFill>
          <a:blip r:embed="rId2"/>
          <a:stretch>
            <a:fillRect/>
          </a:stretch>
        </p:blipFill>
        <p:spPr>
          <a:xfrm>
            <a:off x="-1" y="5877941"/>
            <a:ext cx="10058400" cy="8096188"/>
          </a:xfrm>
          <a:prstGeom prst="rect">
            <a:avLst/>
          </a:prstGeom>
        </p:spPr>
      </p:pic>
      <p:sp>
        <p:nvSpPr>
          <p:cNvPr id="23" name="Текст 6">
            <a:extLst>
              <a:ext uri="{FF2B5EF4-FFF2-40B4-BE49-F238E27FC236}">
                <a16:creationId xmlns:a16="http://schemas.microsoft.com/office/drawing/2014/main" id="{414F2EB7-8AFE-FDBF-3DCE-4E5E4ADA6001}"/>
              </a:ext>
            </a:extLst>
          </p:cNvPr>
          <p:cNvSpPr txBox="1">
            <a:spLocks/>
          </p:cNvSpPr>
          <p:nvPr/>
        </p:nvSpPr>
        <p:spPr>
          <a:xfrm>
            <a:off x="716964" y="3657599"/>
            <a:ext cx="8874734" cy="2437806"/>
          </a:xfrm>
          <a:prstGeom prst="rect">
            <a:avLst/>
          </a:prstGeom>
        </p:spPr>
        <p:txBody>
          <a:bodyPr vert="horz" lIns="91440" tIns="45720" rIns="91440" bIns="45720" rtlCol="0">
            <a:noAutofit/>
          </a:bodyPr>
          <a:lstStyle>
            <a:defPPr>
              <a:defRPr lang="ru-RU"/>
            </a:defPPr>
            <a:lvl1pPr marL="0" indent="0" algn="r" defTabSz="2072670" rtl="0" eaLnBrk="1" latinLnBrk="0" hangingPunct="1">
              <a:lnSpc>
                <a:spcPct val="95000"/>
              </a:lnSpc>
              <a:spcBef>
                <a:spcPts val="0"/>
              </a:spcBef>
              <a:buFont typeface="Arial" panose="020B0604020202020204" pitchFamily="34" charset="0"/>
              <a:buNone/>
              <a:defRPr lang="ru-RU" sz="2800" b="0" kern="1200">
                <a:solidFill>
                  <a:schemeClr val="bg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a:lstStyle>
          <a:p>
            <a:pPr algn="just"/>
            <a:endParaRPr lang="ru-RU" sz="6000" dirty="0"/>
          </a:p>
        </p:txBody>
      </p:sp>
      <p:sp>
        <p:nvSpPr>
          <p:cNvPr id="25" name="Текст 6">
            <a:extLst>
              <a:ext uri="{FF2B5EF4-FFF2-40B4-BE49-F238E27FC236}">
                <a16:creationId xmlns:a16="http://schemas.microsoft.com/office/drawing/2014/main" id="{C75F2429-F97C-D87F-6169-4BAFD730897A}"/>
              </a:ext>
            </a:extLst>
          </p:cNvPr>
          <p:cNvSpPr txBox="1">
            <a:spLocks/>
          </p:cNvSpPr>
          <p:nvPr/>
        </p:nvSpPr>
        <p:spPr>
          <a:xfrm>
            <a:off x="197318" y="3052513"/>
            <a:ext cx="9663763" cy="2437806"/>
          </a:xfrm>
          <a:prstGeom prst="rect">
            <a:avLst/>
          </a:prstGeom>
        </p:spPr>
        <p:txBody>
          <a:bodyPr vert="horz" lIns="91440" tIns="45720" rIns="91440" bIns="45720" rtlCol="0">
            <a:noAutofit/>
          </a:bodyPr>
          <a:lstStyle>
            <a:defPPr>
              <a:defRPr lang="ru-RU"/>
            </a:defPPr>
            <a:lvl1pPr marL="0" indent="0" algn="r" defTabSz="2072670" rtl="0" eaLnBrk="1" latinLnBrk="0" hangingPunct="1">
              <a:lnSpc>
                <a:spcPct val="95000"/>
              </a:lnSpc>
              <a:spcBef>
                <a:spcPts val="0"/>
              </a:spcBef>
              <a:buFont typeface="Arial" panose="020B0604020202020204" pitchFamily="34" charset="0"/>
              <a:buNone/>
              <a:defRPr lang="ru-RU" sz="2800" b="0" kern="1200">
                <a:solidFill>
                  <a:schemeClr val="bg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a:lstStyle>
          <a:p>
            <a:pPr algn="ctr"/>
            <a:r>
              <a:rPr lang="ru-RU" sz="6000" dirty="0"/>
              <a:t>Пример тому </a:t>
            </a:r>
          </a:p>
          <a:p>
            <a:pPr algn="ctr"/>
            <a:r>
              <a:rPr lang="ru-RU" sz="6000" dirty="0"/>
              <a:t>эта работа</a:t>
            </a:r>
          </a:p>
        </p:txBody>
      </p:sp>
      <p:sp>
        <p:nvSpPr>
          <p:cNvPr id="26" name="Прямоугольник 25">
            <a:extLst>
              <a:ext uri="{FF2B5EF4-FFF2-40B4-BE49-F238E27FC236}">
                <a16:creationId xmlns:a16="http://schemas.microsoft.com/office/drawing/2014/main" id="{9101F1A1-55BC-3613-6CFA-8AEA299282D0}"/>
              </a:ext>
            </a:extLst>
          </p:cNvPr>
          <p:cNvSpPr/>
          <p:nvPr/>
        </p:nvSpPr>
        <p:spPr>
          <a:xfrm>
            <a:off x="0" y="5877941"/>
            <a:ext cx="10058400" cy="8117192"/>
          </a:xfrm>
          <a:prstGeom prst="rect">
            <a:avLst/>
          </a:prstGeom>
          <a:gradFill>
            <a:gsLst>
              <a:gs pos="0">
                <a:schemeClr val="accent3">
                  <a:lumMod val="0"/>
                  <a:alpha val="0"/>
                </a:schemeClr>
              </a:gs>
              <a:gs pos="100000">
                <a:schemeClr val="accent3">
                  <a:lumMod val="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Текст 6">
            <a:extLst>
              <a:ext uri="{FF2B5EF4-FFF2-40B4-BE49-F238E27FC236}">
                <a16:creationId xmlns:a16="http://schemas.microsoft.com/office/drawing/2014/main" id="{E1215E80-6573-8B16-CF21-B9A6A5AB2322}"/>
              </a:ext>
            </a:extLst>
          </p:cNvPr>
          <p:cNvSpPr txBox="1">
            <a:spLocks/>
          </p:cNvSpPr>
          <p:nvPr/>
        </p:nvSpPr>
        <p:spPr>
          <a:xfrm>
            <a:off x="322449" y="13974129"/>
            <a:ext cx="9663763" cy="2437806"/>
          </a:xfrm>
          <a:prstGeom prst="rect">
            <a:avLst/>
          </a:prstGeom>
        </p:spPr>
        <p:txBody>
          <a:bodyPr vert="horz" lIns="91440" tIns="45720" rIns="91440" bIns="45720" rtlCol="0">
            <a:noAutofit/>
          </a:bodyPr>
          <a:lstStyle>
            <a:defPPr>
              <a:defRPr lang="ru-RU"/>
            </a:defPPr>
            <a:lvl1pPr marL="0" indent="0" algn="r" defTabSz="2072670" rtl="0" eaLnBrk="1" latinLnBrk="0" hangingPunct="1">
              <a:lnSpc>
                <a:spcPct val="95000"/>
              </a:lnSpc>
              <a:spcBef>
                <a:spcPts val="0"/>
              </a:spcBef>
              <a:buFont typeface="Arial" panose="020B0604020202020204" pitchFamily="34" charset="0"/>
              <a:buNone/>
              <a:defRPr lang="ru-RU" sz="2800" b="0" kern="1200">
                <a:solidFill>
                  <a:schemeClr val="bg1"/>
                </a:solidFill>
                <a:latin typeface="+mn-cs"/>
                <a:ea typeface="+mn-ea"/>
                <a:cs typeface="+mn-cs"/>
              </a:defRPr>
            </a:lvl1pPr>
            <a:lvl2pPr marL="1554503" indent="-518168" algn="l" defTabSz="2072670" rtl="0" eaLnBrk="1" latinLnBrk="0" hangingPunct="1">
              <a:lnSpc>
                <a:spcPct val="90000"/>
              </a:lnSpc>
              <a:spcBef>
                <a:spcPts val="1133"/>
              </a:spcBef>
              <a:buFont typeface="Arial" panose="020B0604020202020204" pitchFamily="34" charset="0"/>
              <a:buChar char="•"/>
              <a:defRPr lang="ru-RU" sz="5440" kern="1200">
                <a:solidFill>
                  <a:schemeClr val="tx1"/>
                </a:solidFill>
                <a:latin typeface="+mn-cs"/>
                <a:ea typeface="+mn-ea"/>
                <a:cs typeface="+mn-cs"/>
              </a:defRPr>
            </a:lvl2pPr>
            <a:lvl3pPr marL="2590838" indent="-518168" algn="l" defTabSz="2072670" rtl="0" eaLnBrk="1" latinLnBrk="0" hangingPunct="1">
              <a:lnSpc>
                <a:spcPct val="90000"/>
              </a:lnSpc>
              <a:spcBef>
                <a:spcPts val="1133"/>
              </a:spcBef>
              <a:buFont typeface="Arial" panose="020B0604020202020204" pitchFamily="34" charset="0"/>
              <a:buChar char="•"/>
              <a:defRPr lang="ru-RU" sz="4533" kern="1200">
                <a:solidFill>
                  <a:schemeClr val="tx1"/>
                </a:solidFill>
                <a:latin typeface="+mn-cs"/>
                <a:ea typeface="+mn-ea"/>
                <a:cs typeface="+mn-cs"/>
              </a:defRPr>
            </a:lvl3pPr>
            <a:lvl4pPr marL="3627173"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4pPr>
            <a:lvl5pPr marL="466350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5pPr>
            <a:lvl6pPr marL="569984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6pPr>
            <a:lvl7pPr marL="6736179"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7pPr>
            <a:lvl8pPr marL="7772514"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8pPr>
            <a:lvl9pPr marL="8808850" indent="-518168" algn="l" defTabSz="2072670" rtl="0" eaLnBrk="1" latinLnBrk="0" hangingPunct="1">
              <a:lnSpc>
                <a:spcPct val="90000"/>
              </a:lnSpc>
              <a:spcBef>
                <a:spcPts val="1133"/>
              </a:spcBef>
              <a:buFont typeface="Arial" panose="020B0604020202020204" pitchFamily="34" charset="0"/>
              <a:buChar char="•"/>
              <a:defRPr lang="ru-RU" sz="4080" kern="1200">
                <a:solidFill>
                  <a:schemeClr val="tx1"/>
                </a:solidFill>
                <a:latin typeface="+mn-cs"/>
                <a:ea typeface="+mn-ea"/>
                <a:cs typeface="+mn-cs"/>
              </a:defRPr>
            </a:lvl9pPr>
          </a:lstStyle>
          <a:p>
            <a:pPr algn="ctr"/>
            <a:r>
              <a:rPr lang="ru-RU" dirty="0"/>
              <a:t>Как он спал после того как закончил</a:t>
            </a:r>
          </a:p>
        </p:txBody>
      </p:sp>
    </p:spTree>
    <p:extLst>
      <p:ext uri="{BB962C8B-B14F-4D97-AF65-F5344CB8AC3E}">
        <p14:creationId xmlns:p14="http://schemas.microsoft.com/office/powerpoint/2010/main" val="46905376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E3D36-A632-EA12-C9C9-53B192B2DA35}"/>
            </a:ext>
          </a:extLst>
        </p:cNvPr>
        <p:cNvGrpSpPr/>
        <p:nvPr/>
      </p:nvGrpSpPr>
      <p:grpSpPr>
        <a:xfrm>
          <a:off x="0" y="0"/>
          <a:ext cx="0" cy="0"/>
          <a:chOff x="0" y="0"/>
          <a:chExt cx="0" cy="0"/>
        </a:xfrm>
      </p:grpSpPr>
      <p:sp>
        <p:nvSpPr>
          <p:cNvPr id="64" name="Равнобедренный треугольник 63">
            <a:extLst>
              <a:ext uri="{FF2B5EF4-FFF2-40B4-BE49-F238E27FC236}">
                <a16:creationId xmlns:a16="http://schemas.microsoft.com/office/drawing/2014/main" id="{5B51C6D5-74AF-A3A0-0E2A-4D985DD40EC7}"/>
              </a:ext>
            </a:extLst>
          </p:cNvPr>
          <p:cNvSpPr/>
          <p:nvPr/>
        </p:nvSpPr>
        <p:spPr>
          <a:xfrm rot="20358001">
            <a:off x="2720975" y="2635250"/>
            <a:ext cx="196850" cy="211461"/>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6" name="Равнобедренный треугольник 65">
            <a:extLst>
              <a:ext uri="{FF2B5EF4-FFF2-40B4-BE49-F238E27FC236}">
                <a16:creationId xmlns:a16="http://schemas.microsoft.com/office/drawing/2014/main" id="{4D4E1E52-DE8D-B501-0DCC-A72AEC25F8B8}"/>
              </a:ext>
            </a:extLst>
          </p:cNvPr>
          <p:cNvSpPr/>
          <p:nvPr/>
        </p:nvSpPr>
        <p:spPr>
          <a:xfrm rot="9227446">
            <a:off x="3260673" y="2237621"/>
            <a:ext cx="458596" cy="193516"/>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a:extLst>
              <a:ext uri="{FF2B5EF4-FFF2-40B4-BE49-F238E27FC236}">
                <a16:creationId xmlns:a16="http://schemas.microsoft.com/office/drawing/2014/main" id="{232508BE-868F-3153-5C52-CFC792EA6D19}"/>
              </a:ext>
            </a:extLst>
          </p:cNvPr>
          <p:cNvSpPr/>
          <p:nvPr/>
        </p:nvSpPr>
        <p:spPr>
          <a:xfrm rot="18900448">
            <a:off x="3094667" y="4450345"/>
            <a:ext cx="3854782" cy="68941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73" name="Группа 72">
            <a:extLst>
              <a:ext uri="{FF2B5EF4-FFF2-40B4-BE49-F238E27FC236}">
                <a16:creationId xmlns:a16="http://schemas.microsoft.com/office/drawing/2014/main" id="{CE22325B-B742-71B7-FEC8-8F04BE320EFF}"/>
              </a:ext>
            </a:extLst>
          </p:cNvPr>
          <p:cNvGrpSpPr/>
          <p:nvPr/>
        </p:nvGrpSpPr>
        <p:grpSpPr>
          <a:xfrm>
            <a:off x="2055813" y="3329630"/>
            <a:ext cx="2760195" cy="3058470"/>
            <a:chOff x="2055813" y="3329630"/>
            <a:chExt cx="2760195" cy="3058470"/>
          </a:xfrm>
        </p:grpSpPr>
        <p:sp>
          <p:nvSpPr>
            <p:cNvPr id="68" name="Равнобедренный треугольник 67">
              <a:extLst>
                <a:ext uri="{FF2B5EF4-FFF2-40B4-BE49-F238E27FC236}">
                  <a16:creationId xmlns:a16="http://schemas.microsoft.com/office/drawing/2014/main" id="{77B4573A-8B43-4167-CF42-E8A210D021B6}"/>
                </a:ext>
              </a:extLst>
            </p:cNvPr>
            <p:cNvSpPr/>
            <p:nvPr/>
          </p:nvSpPr>
          <p:spPr>
            <a:xfrm rot="13521476">
              <a:off x="2625277" y="3259690"/>
              <a:ext cx="112689" cy="252569"/>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Стрелка: изогнутая вверх 12">
              <a:extLst>
                <a:ext uri="{FF2B5EF4-FFF2-40B4-BE49-F238E27FC236}">
                  <a16:creationId xmlns:a16="http://schemas.microsoft.com/office/drawing/2014/main" id="{B7B4BFF5-57B2-0A61-AA03-93B79B3A65AC}"/>
                </a:ext>
              </a:extLst>
            </p:cNvPr>
            <p:cNvSpPr/>
            <p:nvPr/>
          </p:nvSpPr>
          <p:spPr>
            <a:xfrm rot="13481964">
              <a:off x="2334705" y="4045341"/>
              <a:ext cx="2481303" cy="1713023"/>
            </a:xfrm>
            <a:prstGeom prst="curvedUpArrow">
              <a:avLst>
                <a:gd name="adj1" fmla="val 36165"/>
                <a:gd name="adj2" fmla="val 56504"/>
                <a:gd name="adj3"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endParaRPr lang="ru-RU" dirty="0">
                <a:solidFill>
                  <a:schemeClr val="tx1"/>
                </a:solidFill>
              </a:endParaRPr>
            </a:p>
          </p:txBody>
        </p:sp>
        <p:sp>
          <p:nvSpPr>
            <p:cNvPr id="15" name="Полилиния: фигура 14">
              <a:extLst>
                <a:ext uri="{FF2B5EF4-FFF2-40B4-BE49-F238E27FC236}">
                  <a16:creationId xmlns:a16="http://schemas.microsoft.com/office/drawing/2014/main" id="{B8F8CD8A-A432-4863-45BE-14D2A9C25998}"/>
                </a:ext>
              </a:extLst>
            </p:cNvPr>
            <p:cNvSpPr/>
            <p:nvPr/>
          </p:nvSpPr>
          <p:spPr>
            <a:xfrm>
              <a:off x="3411538" y="4684713"/>
              <a:ext cx="1198562" cy="1700212"/>
            </a:xfrm>
            <a:custGeom>
              <a:avLst/>
              <a:gdLst>
                <a:gd name="csX0" fmla="*/ 0 w 1198562"/>
                <a:gd name="csY0" fmla="*/ 1268412 h 1700212"/>
                <a:gd name="csX1" fmla="*/ 230187 w 1198562"/>
                <a:gd name="csY1" fmla="*/ 1011237 h 1700212"/>
                <a:gd name="csX2" fmla="*/ 355600 w 1198562"/>
                <a:gd name="csY2" fmla="*/ 846137 h 1700212"/>
                <a:gd name="csX3" fmla="*/ 492125 w 1198562"/>
                <a:gd name="csY3" fmla="*/ 631825 h 1700212"/>
                <a:gd name="csX4" fmla="*/ 584200 w 1198562"/>
                <a:gd name="csY4" fmla="*/ 463550 h 1700212"/>
                <a:gd name="csX5" fmla="*/ 647700 w 1198562"/>
                <a:gd name="csY5" fmla="*/ 314325 h 1700212"/>
                <a:gd name="csX6" fmla="*/ 700087 w 1198562"/>
                <a:gd name="csY6" fmla="*/ 165100 h 1700212"/>
                <a:gd name="csX7" fmla="*/ 720725 w 1198562"/>
                <a:gd name="csY7" fmla="*/ 68262 h 1700212"/>
                <a:gd name="csX8" fmla="*/ 736600 w 1198562"/>
                <a:gd name="csY8" fmla="*/ 0 h 1700212"/>
                <a:gd name="csX9" fmla="*/ 1143000 w 1198562"/>
                <a:gd name="csY9" fmla="*/ 14287 h 1700212"/>
                <a:gd name="csX10" fmla="*/ 1143000 w 1198562"/>
                <a:gd name="csY10" fmla="*/ 31750 h 1700212"/>
                <a:gd name="csX11" fmla="*/ 1168400 w 1198562"/>
                <a:gd name="csY11" fmla="*/ 90487 h 1700212"/>
                <a:gd name="csX12" fmla="*/ 1169987 w 1198562"/>
                <a:gd name="csY12" fmla="*/ 120650 h 1700212"/>
                <a:gd name="csX13" fmla="*/ 1179512 w 1198562"/>
                <a:gd name="csY13" fmla="*/ 152400 h 1700212"/>
                <a:gd name="csX14" fmla="*/ 1182687 w 1198562"/>
                <a:gd name="csY14" fmla="*/ 168275 h 1700212"/>
                <a:gd name="csX15" fmla="*/ 1184275 w 1198562"/>
                <a:gd name="csY15" fmla="*/ 173037 h 1700212"/>
                <a:gd name="csX16" fmla="*/ 1185862 w 1198562"/>
                <a:gd name="csY16" fmla="*/ 212725 h 1700212"/>
                <a:gd name="csX17" fmla="*/ 1192212 w 1198562"/>
                <a:gd name="csY17" fmla="*/ 239712 h 1700212"/>
                <a:gd name="csX18" fmla="*/ 1193800 w 1198562"/>
                <a:gd name="csY18" fmla="*/ 247650 h 1700212"/>
                <a:gd name="csX19" fmla="*/ 1195387 w 1198562"/>
                <a:gd name="csY19" fmla="*/ 276225 h 1700212"/>
                <a:gd name="csX20" fmla="*/ 1198562 w 1198562"/>
                <a:gd name="csY20" fmla="*/ 304800 h 1700212"/>
                <a:gd name="csX21" fmla="*/ 1196975 w 1198562"/>
                <a:gd name="csY21" fmla="*/ 338137 h 1700212"/>
                <a:gd name="csX22" fmla="*/ 1195387 w 1198562"/>
                <a:gd name="csY22" fmla="*/ 377825 h 1700212"/>
                <a:gd name="csX23" fmla="*/ 1192212 w 1198562"/>
                <a:gd name="csY23" fmla="*/ 392112 h 1700212"/>
                <a:gd name="csX24" fmla="*/ 1190625 w 1198562"/>
                <a:gd name="csY24" fmla="*/ 401637 h 1700212"/>
                <a:gd name="csX25" fmla="*/ 1189037 w 1198562"/>
                <a:gd name="csY25" fmla="*/ 419100 h 1700212"/>
                <a:gd name="csX26" fmla="*/ 1184275 w 1198562"/>
                <a:gd name="csY26" fmla="*/ 428625 h 1700212"/>
                <a:gd name="csX27" fmla="*/ 1181100 w 1198562"/>
                <a:gd name="csY27" fmla="*/ 439737 h 1700212"/>
                <a:gd name="csX28" fmla="*/ 1179512 w 1198562"/>
                <a:gd name="csY28" fmla="*/ 446087 h 1700212"/>
                <a:gd name="csX29" fmla="*/ 1174750 w 1198562"/>
                <a:gd name="csY29" fmla="*/ 460375 h 1700212"/>
                <a:gd name="csX30" fmla="*/ 1173162 w 1198562"/>
                <a:gd name="csY30" fmla="*/ 466725 h 1700212"/>
                <a:gd name="csX31" fmla="*/ 1171575 w 1198562"/>
                <a:gd name="csY31" fmla="*/ 474662 h 1700212"/>
                <a:gd name="csX32" fmla="*/ 1168400 w 1198562"/>
                <a:gd name="csY32" fmla="*/ 485775 h 1700212"/>
                <a:gd name="csX33" fmla="*/ 1162050 w 1198562"/>
                <a:gd name="csY33" fmla="*/ 504825 h 1700212"/>
                <a:gd name="csX34" fmla="*/ 1160462 w 1198562"/>
                <a:gd name="csY34" fmla="*/ 519112 h 1700212"/>
                <a:gd name="csX35" fmla="*/ 1154112 w 1198562"/>
                <a:gd name="csY35" fmla="*/ 525462 h 1700212"/>
                <a:gd name="csX36" fmla="*/ 1149350 w 1198562"/>
                <a:gd name="csY36" fmla="*/ 549275 h 1700212"/>
                <a:gd name="csX37" fmla="*/ 1144587 w 1198562"/>
                <a:gd name="csY37" fmla="*/ 558800 h 1700212"/>
                <a:gd name="csX38" fmla="*/ 1138237 w 1198562"/>
                <a:gd name="csY38" fmla="*/ 576262 h 1700212"/>
                <a:gd name="csX39" fmla="*/ 1135062 w 1198562"/>
                <a:gd name="csY39" fmla="*/ 587375 h 1700212"/>
                <a:gd name="csX40" fmla="*/ 1131887 w 1198562"/>
                <a:gd name="csY40" fmla="*/ 595312 h 1700212"/>
                <a:gd name="csX41" fmla="*/ 1122362 w 1198562"/>
                <a:gd name="csY41" fmla="*/ 635000 h 1700212"/>
                <a:gd name="csX42" fmla="*/ 1116012 w 1198562"/>
                <a:gd name="csY42" fmla="*/ 658812 h 1700212"/>
                <a:gd name="csX43" fmla="*/ 1109662 w 1198562"/>
                <a:gd name="csY43" fmla="*/ 671512 h 1700212"/>
                <a:gd name="csX44" fmla="*/ 1104900 w 1198562"/>
                <a:gd name="csY44" fmla="*/ 693737 h 1700212"/>
                <a:gd name="csX45" fmla="*/ 1098550 w 1198562"/>
                <a:gd name="csY45" fmla="*/ 719137 h 1700212"/>
                <a:gd name="csX46" fmla="*/ 1092200 w 1198562"/>
                <a:gd name="csY46" fmla="*/ 742950 h 1700212"/>
                <a:gd name="csX47" fmla="*/ 1089025 w 1198562"/>
                <a:gd name="csY47" fmla="*/ 754062 h 1700212"/>
                <a:gd name="csX48" fmla="*/ 1079500 w 1198562"/>
                <a:gd name="csY48" fmla="*/ 763587 h 1700212"/>
                <a:gd name="csX49" fmla="*/ 1052512 w 1198562"/>
                <a:gd name="csY49" fmla="*/ 806450 h 1700212"/>
                <a:gd name="csX50" fmla="*/ 1030287 w 1198562"/>
                <a:gd name="csY50" fmla="*/ 850900 h 1700212"/>
                <a:gd name="csX51" fmla="*/ 1025525 w 1198562"/>
                <a:gd name="csY51" fmla="*/ 865187 h 1700212"/>
                <a:gd name="csX52" fmla="*/ 1001712 w 1198562"/>
                <a:gd name="csY52" fmla="*/ 917575 h 1700212"/>
                <a:gd name="csX53" fmla="*/ 990600 w 1198562"/>
                <a:gd name="csY53" fmla="*/ 939800 h 1700212"/>
                <a:gd name="csX54" fmla="*/ 982662 w 1198562"/>
                <a:gd name="csY54" fmla="*/ 962025 h 1700212"/>
                <a:gd name="csX55" fmla="*/ 973137 w 1198562"/>
                <a:gd name="csY55" fmla="*/ 977900 h 1700212"/>
                <a:gd name="csX56" fmla="*/ 950912 w 1198562"/>
                <a:gd name="csY56" fmla="*/ 1012825 h 1700212"/>
                <a:gd name="csX57" fmla="*/ 931862 w 1198562"/>
                <a:gd name="csY57" fmla="*/ 1041400 h 1700212"/>
                <a:gd name="csX58" fmla="*/ 911225 w 1198562"/>
                <a:gd name="csY58" fmla="*/ 1074737 h 1700212"/>
                <a:gd name="csX59" fmla="*/ 874712 w 1198562"/>
                <a:gd name="csY59" fmla="*/ 1127125 h 1700212"/>
                <a:gd name="csX60" fmla="*/ 835025 w 1198562"/>
                <a:gd name="csY60" fmla="*/ 1195387 h 1700212"/>
                <a:gd name="csX61" fmla="*/ 820737 w 1198562"/>
                <a:gd name="csY61" fmla="*/ 1220787 h 1700212"/>
                <a:gd name="csX62" fmla="*/ 790575 w 1198562"/>
                <a:gd name="csY62" fmla="*/ 1268412 h 1700212"/>
                <a:gd name="csX63" fmla="*/ 755650 w 1198562"/>
                <a:gd name="csY63" fmla="*/ 1311275 h 1700212"/>
                <a:gd name="csX64" fmla="*/ 736600 w 1198562"/>
                <a:gd name="csY64" fmla="*/ 1339850 h 1700212"/>
                <a:gd name="csX65" fmla="*/ 668337 w 1198562"/>
                <a:gd name="csY65" fmla="*/ 1425575 h 1700212"/>
                <a:gd name="csX66" fmla="*/ 644525 w 1198562"/>
                <a:gd name="csY66" fmla="*/ 1454150 h 1700212"/>
                <a:gd name="csX67" fmla="*/ 582612 w 1198562"/>
                <a:gd name="csY67" fmla="*/ 1517650 h 1700212"/>
                <a:gd name="csX68" fmla="*/ 560387 w 1198562"/>
                <a:gd name="csY68" fmla="*/ 1538287 h 1700212"/>
                <a:gd name="csX69" fmla="*/ 504825 w 1198562"/>
                <a:gd name="csY69" fmla="*/ 1612900 h 1700212"/>
                <a:gd name="csX70" fmla="*/ 488950 w 1198562"/>
                <a:gd name="csY70" fmla="*/ 1635125 h 1700212"/>
                <a:gd name="csX71" fmla="*/ 463550 w 1198562"/>
                <a:gd name="csY71" fmla="*/ 1662112 h 1700212"/>
                <a:gd name="csX72" fmla="*/ 446087 w 1198562"/>
                <a:gd name="csY72" fmla="*/ 1685925 h 1700212"/>
                <a:gd name="csX73" fmla="*/ 439737 w 1198562"/>
                <a:gd name="csY73" fmla="*/ 1697037 h 1700212"/>
                <a:gd name="csX74" fmla="*/ 434975 w 1198562"/>
                <a:gd name="csY74" fmla="*/ 1700212 h 1700212"/>
                <a:gd name="csX75" fmla="*/ 0 w 1198562"/>
                <a:gd name="csY75" fmla="*/ 1268412 h 17002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1198562" h="1700212">
                  <a:moveTo>
                    <a:pt x="0" y="1268412"/>
                  </a:moveTo>
                  <a:lnTo>
                    <a:pt x="230187" y="1011237"/>
                  </a:lnTo>
                  <a:lnTo>
                    <a:pt x="355600" y="846137"/>
                  </a:lnTo>
                  <a:lnTo>
                    <a:pt x="492125" y="631825"/>
                  </a:lnTo>
                  <a:lnTo>
                    <a:pt x="584200" y="463550"/>
                  </a:lnTo>
                  <a:lnTo>
                    <a:pt x="647700" y="314325"/>
                  </a:lnTo>
                  <a:lnTo>
                    <a:pt x="700087" y="165100"/>
                  </a:lnTo>
                  <a:lnTo>
                    <a:pt x="720725" y="68262"/>
                  </a:lnTo>
                  <a:lnTo>
                    <a:pt x="736600" y="0"/>
                  </a:lnTo>
                  <a:lnTo>
                    <a:pt x="1143000" y="14287"/>
                  </a:lnTo>
                  <a:lnTo>
                    <a:pt x="1143000" y="31750"/>
                  </a:lnTo>
                  <a:lnTo>
                    <a:pt x="1168400" y="90487"/>
                  </a:lnTo>
                  <a:lnTo>
                    <a:pt x="1169987" y="120650"/>
                  </a:lnTo>
                  <a:lnTo>
                    <a:pt x="1179512" y="152400"/>
                  </a:lnTo>
                  <a:cubicBezTo>
                    <a:pt x="1180570" y="157692"/>
                    <a:pt x="1181473" y="163017"/>
                    <a:pt x="1182687" y="168275"/>
                  </a:cubicBezTo>
                  <a:cubicBezTo>
                    <a:pt x="1183063" y="169905"/>
                    <a:pt x="1184156" y="171368"/>
                    <a:pt x="1184275" y="173037"/>
                  </a:cubicBezTo>
                  <a:cubicBezTo>
                    <a:pt x="1185218" y="186243"/>
                    <a:pt x="1184731" y="199533"/>
                    <a:pt x="1185862" y="212725"/>
                  </a:cubicBezTo>
                  <a:cubicBezTo>
                    <a:pt x="1186800" y="223669"/>
                    <a:pt x="1189691" y="229627"/>
                    <a:pt x="1192212" y="239712"/>
                  </a:cubicBezTo>
                  <a:cubicBezTo>
                    <a:pt x="1192867" y="242330"/>
                    <a:pt x="1193271" y="245004"/>
                    <a:pt x="1193800" y="247650"/>
                  </a:cubicBezTo>
                  <a:cubicBezTo>
                    <a:pt x="1194329" y="257175"/>
                    <a:pt x="1194707" y="266710"/>
                    <a:pt x="1195387" y="276225"/>
                  </a:cubicBezTo>
                  <a:cubicBezTo>
                    <a:pt x="1196056" y="285595"/>
                    <a:pt x="1197393" y="295447"/>
                    <a:pt x="1198562" y="304800"/>
                  </a:cubicBezTo>
                  <a:cubicBezTo>
                    <a:pt x="1198033" y="315912"/>
                    <a:pt x="1197458" y="327023"/>
                    <a:pt x="1196975" y="338137"/>
                  </a:cubicBezTo>
                  <a:cubicBezTo>
                    <a:pt x="1196400" y="351364"/>
                    <a:pt x="1196551" y="364636"/>
                    <a:pt x="1195387" y="377825"/>
                  </a:cubicBezTo>
                  <a:cubicBezTo>
                    <a:pt x="1194958" y="382685"/>
                    <a:pt x="1193169" y="387328"/>
                    <a:pt x="1192212" y="392112"/>
                  </a:cubicBezTo>
                  <a:cubicBezTo>
                    <a:pt x="1191581" y="395268"/>
                    <a:pt x="1191001" y="398440"/>
                    <a:pt x="1190625" y="401637"/>
                  </a:cubicBezTo>
                  <a:cubicBezTo>
                    <a:pt x="1189942" y="407442"/>
                    <a:pt x="1190376" y="413410"/>
                    <a:pt x="1189037" y="419100"/>
                  </a:cubicBezTo>
                  <a:cubicBezTo>
                    <a:pt x="1188224" y="422555"/>
                    <a:pt x="1185549" y="425312"/>
                    <a:pt x="1184275" y="428625"/>
                  </a:cubicBezTo>
                  <a:cubicBezTo>
                    <a:pt x="1182892" y="432220"/>
                    <a:pt x="1182114" y="436021"/>
                    <a:pt x="1181100" y="439737"/>
                  </a:cubicBezTo>
                  <a:cubicBezTo>
                    <a:pt x="1180526" y="441842"/>
                    <a:pt x="1180154" y="444002"/>
                    <a:pt x="1179512" y="446087"/>
                  </a:cubicBezTo>
                  <a:cubicBezTo>
                    <a:pt x="1178036" y="450885"/>
                    <a:pt x="1175968" y="455505"/>
                    <a:pt x="1174750" y="460375"/>
                  </a:cubicBezTo>
                  <a:cubicBezTo>
                    <a:pt x="1174221" y="462492"/>
                    <a:pt x="1173635" y="464595"/>
                    <a:pt x="1173162" y="466725"/>
                  </a:cubicBezTo>
                  <a:cubicBezTo>
                    <a:pt x="1172577" y="469359"/>
                    <a:pt x="1172229" y="472045"/>
                    <a:pt x="1171575" y="474662"/>
                  </a:cubicBezTo>
                  <a:cubicBezTo>
                    <a:pt x="1170641" y="478400"/>
                    <a:pt x="1169560" y="482101"/>
                    <a:pt x="1168400" y="485775"/>
                  </a:cubicBezTo>
                  <a:cubicBezTo>
                    <a:pt x="1166384" y="492158"/>
                    <a:pt x="1162050" y="504825"/>
                    <a:pt x="1162050" y="504825"/>
                  </a:cubicBezTo>
                  <a:cubicBezTo>
                    <a:pt x="1161521" y="509587"/>
                    <a:pt x="1162182" y="514640"/>
                    <a:pt x="1160462" y="519112"/>
                  </a:cubicBezTo>
                  <a:cubicBezTo>
                    <a:pt x="1159387" y="521906"/>
                    <a:pt x="1155147" y="522653"/>
                    <a:pt x="1154112" y="525462"/>
                  </a:cubicBezTo>
                  <a:cubicBezTo>
                    <a:pt x="1151314" y="533058"/>
                    <a:pt x="1152970" y="542035"/>
                    <a:pt x="1149350" y="549275"/>
                  </a:cubicBezTo>
                  <a:lnTo>
                    <a:pt x="1144587" y="558800"/>
                  </a:lnTo>
                  <a:cubicBezTo>
                    <a:pt x="1140837" y="585056"/>
                    <a:pt x="1146510" y="558062"/>
                    <a:pt x="1138237" y="576262"/>
                  </a:cubicBezTo>
                  <a:cubicBezTo>
                    <a:pt x="1136643" y="579769"/>
                    <a:pt x="1136280" y="583720"/>
                    <a:pt x="1135062" y="587375"/>
                  </a:cubicBezTo>
                  <a:cubicBezTo>
                    <a:pt x="1134161" y="590078"/>
                    <a:pt x="1132788" y="592609"/>
                    <a:pt x="1131887" y="595312"/>
                  </a:cubicBezTo>
                  <a:cubicBezTo>
                    <a:pt x="1127542" y="608348"/>
                    <a:pt x="1125723" y="621555"/>
                    <a:pt x="1122362" y="635000"/>
                  </a:cubicBezTo>
                  <a:cubicBezTo>
                    <a:pt x="1121555" y="638227"/>
                    <a:pt x="1117470" y="655166"/>
                    <a:pt x="1116012" y="658812"/>
                  </a:cubicBezTo>
                  <a:cubicBezTo>
                    <a:pt x="1114254" y="663206"/>
                    <a:pt x="1109662" y="671512"/>
                    <a:pt x="1109662" y="671512"/>
                  </a:cubicBezTo>
                  <a:cubicBezTo>
                    <a:pt x="1103842" y="694798"/>
                    <a:pt x="1115736" y="646781"/>
                    <a:pt x="1104900" y="693737"/>
                  </a:cubicBezTo>
                  <a:cubicBezTo>
                    <a:pt x="1102938" y="702241"/>
                    <a:pt x="1100512" y="710633"/>
                    <a:pt x="1098550" y="719137"/>
                  </a:cubicBezTo>
                  <a:cubicBezTo>
                    <a:pt x="1089273" y="759339"/>
                    <a:pt x="1100307" y="718630"/>
                    <a:pt x="1092200" y="742950"/>
                  </a:cubicBezTo>
                  <a:cubicBezTo>
                    <a:pt x="1090982" y="746605"/>
                    <a:pt x="1091044" y="750781"/>
                    <a:pt x="1089025" y="754062"/>
                  </a:cubicBezTo>
                  <a:cubicBezTo>
                    <a:pt x="1086672" y="757886"/>
                    <a:pt x="1082067" y="759903"/>
                    <a:pt x="1079500" y="763587"/>
                  </a:cubicBezTo>
                  <a:cubicBezTo>
                    <a:pt x="1069846" y="777438"/>
                    <a:pt x="1060346" y="791494"/>
                    <a:pt x="1052512" y="806450"/>
                  </a:cubicBezTo>
                  <a:cubicBezTo>
                    <a:pt x="1046477" y="817971"/>
                    <a:pt x="1035720" y="836413"/>
                    <a:pt x="1030287" y="850900"/>
                  </a:cubicBezTo>
                  <a:cubicBezTo>
                    <a:pt x="1028524" y="855600"/>
                    <a:pt x="1027419" y="860538"/>
                    <a:pt x="1025525" y="865187"/>
                  </a:cubicBezTo>
                  <a:cubicBezTo>
                    <a:pt x="1021388" y="875341"/>
                    <a:pt x="1007047" y="906524"/>
                    <a:pt x="1001712" y="917575"/>
                  </a:cubicBezTo>
                  <a:cubicBezTo>
                    <a:pt x="998111" y="925034"/>
                    <a:pt x="993386" y="932000"/>
                    <a:pt x="990600" y="939800"/>
                  </a:cubicBezTo>
                  <a:cubicBezTo>
                    <a:pt x="987954" y="947208"/>
                    <a:pt x="985940" y="954874"/>
                    <a:pt x="982662" y="962025"/>
                  </a:cubicBezTo>
                  <a:cubicBezTo>
                    <a:pt x="980091" y="967635"/>
                    <a:pt x="976408" y="972667"/>
                    <a:pt x="973137" y="977900"/>
                  </a:cubicBezTo>
                  <a:cubicBezTo>
                    <a:pt x="965824" y="989602"/>
                    <a:pt x="958432" y="1001255"/>
                    <a:pt x="950912" y="1012825"/>
                  </a:cubicBezTo>
                  <a:cubicBezTo>
                    <a:pt x="944673" y="1022423"/>
                    <a:pt x="938040" y="1031762"/>
                    <a:pt x="931862" y="1041400"/>
                  </a:cubicBezTo>
                  <a:cubicBezTo>
                    <a:pt x="924809" y="1052403"/>
                    <a:pt x="919193" y="1064378"/>
                    <a:pt x="911225" y="1074737"/>
                  </a:cubicBezTo>
                  <a:cubicBezTo>
                    <a:pt x="896535" y="1093835"/>
                    <a:pt x="887164" y="1104889"/>
                    <a:pt x="874712" y="1127125"/>
                  </a:cubicBezTo>
                  <a:cubicBezTo>
                    <a:pt x="821463" y="1222211"/>
                    <a:pt x="879218" y="1120259"/>
                    <a:pt x="835025" y="1195387"/>
                  </a:cubicBezTo>
                  <a:cubicBezTo>
                    <a:pt x="830100" y="1203760"/>
                    <a:pt x="825615" y="1212386"/>
                    <a:pt x="820737" y="1220787"/>
                  </a:cubicBezTo>
                  <a:cubicBezTo>
                    <a:pt x="811172" y="1237261"/>
                    <a:pt x="801661" y="1252891"/>
                    <a:pt x="790575" y="1268412"/>
                  </a:cubicBezTo>
                  <a:cubicBezTo>
                    <a:pt x="746554" y="1330041"/>
                    <a:pt x="805303" y="1245072"/>
                    <a:pt x="755650" y="1311275"/>
                  </a:cubicBezTo>
                  <a:cubicBezTo>
                    <a:pt x="748781" y="1320433"/>
                    <a:pt x="743442" y="1330672"/>
                    <a:pt x="736600" y="1339850"/>
                  </a:cubicBezTo>
                  <a:cubicBezTo>
                    <a:pt x="713791" y="1370447"/>
                    <a:pt x="692126" y="1396864"/>
                    <a:pt x="668337" y="1425575"/>
                  </a:cubicBezTo>
                  <a:cubicBezTo>
                    <a:pt x="660427" y="1435122"/>
                    <a:pt x="653181" y="1445273"/>
                    <a:pt x="644525" y="1454150"/>
                  </a:cubicBezTo>
                  <a:cubicBezTo>
                    <a:pt x="623887" y="1475317"/>
                    <a:pt x="604275" y="1497534"/>
                    <a:pt x="582612" y="1517650"/>
                  </a:cubicBezTo>
                  <a:cubicBezTo>
                    <a:pt x="575204" y="1524529"/>
                    <a:pt x="567388" y="1530994"/>
                    <a:pt x="560387" y="1538287"/>
                  </a:cubicBezTo>
                  <a:cubicBezTo>
                    <a:pt x="543393" y="1555988"/>
                    <a:pt x="512275" y="1602470"/>
                    <a:pt x="504825" y="1612900"/>
                  </a:cubicBezTo>
                  <a:cubicBezTo>
                    <a:pt x="499533" y="1620308"/>
                    <a:pt x="495190" y="1628495"/>
                    <a:pt x="488950" y="1635125"/>
                  </a:cubicBezTo>
                  <a:cubicBezTo>
                    <a:pt x="480483" y="1644121"/>
                    <a:pt x="469549" y="1651313"/>
                    <a:pt x="463550" y="1662112"/>
                  </a:cubicBezTo>
                  <a:cubicBezTo>
                    <a:pt x="446052" y="1693607"/>
                    <a:pt x="465546" y="1661601"/>
                    <a:pt x="446087" y="1685925"/>
                  </a:cubicBezTo>
                  <a:cubicBezTo>
                    <a:pt x="441104" y="1692153"/>
                    <a:pt x="444994" y="1691780"/>
                    <a:pt x="439737" y="1697037"/>
                  </a:cubicBezTo>
                  <a:cubicBezTo>
                    <a:pt x="438388" y="1698386"/>
                    <a:pt x="436562" y="1699154"/>
                    <a:pt x="434975" y="1700212"/>
                  </a:cubicBezTo>
                  <a:lnTo>
                    <a:pt x="0" y="126841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7" name="Полилиния: фигура 16">
              <a:extLst>
                <a:ext uri="{FF2B5EF4-FFF2-40B4-BE49-F238E27FC236}">
                  <a16:creationId xmlns:a16="http://schemas.microsoft.com/office/drawing/2014/main" id="{CFC145C5-AD9C-DD03-9D27-F68CB65688D9}"/>
                </a:ext>
              </a:extLst>
            </p:cNvPr>
            <p:cNvSpPr/>
            <p:nvPr/>
          </p:nvSpPr>
          <p:spPr>
            <a:xfrm>
              <a:off x="3852863" y="5445125"/>
              <a:ext cx="639762" cy="942975"/>
            </a:xfrm>
            <a:custGeom>
              <a:avLst/>
              <a:gdLst>
                <a:gd name="csX0" fmla="*/ 0 w 639762"/>
                <a:gd name="csY0" fmla="*/ 942975 h 942975"/>
                <a:gd name="csX1" fmla="*/ 138112 w 639762"/>
                <a:gd name="csY1" fmla="*/ 790575 h 942975"/>
                <a:gd name="csX2" fmla="*/ 263525 w 639762"/>
                <a:gd name="csY2" fmla="*/ 646113 h 942975"/>
                <a:gd name="csX3" fmla="*/ 368300 w 639762"/>
                <a:gd name="csY3" fmla="*/ 498475 h 942975"/>
                <a:gd name="csX4" fmla="*/ 479425 w 639762"/>
                <a:gd name="csY4" fmla="*/ 323850 h 942975"/>
                <a:gd name="csX5" fmla="*/ 576262 w 639762"/>
                <a:gd name="csY5" fmla="*/ 150813 h 942975"/>
                <a:gd name="csX6" fmla="*/ 639762 w 639762"/>
                <a:gd name="csY6" fmla="*/ 0 h 942975"/>
                <a:gd name="csX7" fmla="*/ 601662 w 639762"/>
                <a:gd name="csY7" fmla="*/ 1588 h 942975"/>
                <a:gd name="csX8" fmla="*/ 587375 w 639762"/>
                <a:gd name="csY8" fmla="*/ 7938 h 942975"/>
                <a:gd name="csX9" fmla="*/ 0 w 639762"/>
                <a:gd name="csY9" fmla="*/ 942975 h 9429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39762" h="942975">
                  <a:moveTo>
                    <a:pt x="0" y="942975"/>
                  </a:moveTo>
                  <a:lnTo>
                    <a:pt x="138112" y="790575"/>
                  </a:lnTo>
                  <a:lnTo>
                    <a:pt x="263525" y="646113"/>
                  </a:lnTo>
                  <a:lnTo>
                    <a:pt x="368300" y="498475"/>
                  </a:lnTo>
                  <a:lnTo>
                    <a:pt x="479425" y="323850"/>
                  </a:lnTo>
                  <a:lnTo>
                    <a:pt x="576262" y="150813"/>
                  </a:lnTo>
                  <a:lnTo>
                    <a:pt x="639762" y="0"/>
                  </a:lnTo>
                  <a:lnTo>
                    <a:pt x="601662" y="1588"/>
                  </a:lnTo>
                  <a:lnTo>
                    <a:pt x="587375" y="7938"/>
                  </a:lnTo>
                  <a:lnTo>
                    <a:pt x="0" y="94297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Полилиния: фигура 17">
              <a:extLst>
                <a:ext uri="{FF2B5EF4-FFF2-40B4-BE49-F238E27FC236}">
                  <a16:creationId xmlns:a16="http://schemas.microsoft.com/office/drawing/2014/main" id="{136F52BF-C74A-6FF2-4375-4423BCCF7BE5}"/>
                </a:ext>
              </a:extLst>
            </p:cNvPr>
            <p:cNvSpPr/>
            <p:nvPr/>
          </p:nvSpPr>
          <p:spPr>
            <a:xfrm>
              <a:off x="3841750" y="6323013"/>
              <a:ext cx="45719" cy="45719"/>
            </a:xfrm>
            <a:custGeom>
              <a:avLst/>
              <a:gdLst>
                <a:gd name="csX0" fmla="*/ 30163 w 30163"/>
                <a:gd name="csY0" fmla="*/ 0 h 58737"/>
                <a:gd name="csX1" fmla="*/ 30163 w 30163"/>
                <a:gd name="csY1" fmla="*/ 0 h 58737"/>
                <a:gd name="csX2" fmla="*/ 0 w 30163"/>
                <a:gd name="csY2" fmla="*/ 58737 h 58737"/>
                <a:gd name="csX3" fmla="*/ 22225 w 30163"/>
                <a:gd name="csY3" fmla="*/ 57150 h 58737"/>
                <a:gd name="csX4" fmla="*/ 30163 w 30163"/>
                <a:gd name="csY4" fmla="*/ 0 h 58737"/>
              </a:gdLst>
              <a:ahLst/>
              <a:cxnLst>
                <a:cxn ang="0">
                  <a:pos x="csX0" y="csY0"/>
                </a:cxn>
                <a:cxn ang="0">
                  <a:pos x="csX1" y="csY1"/>
                </a:cxn>
                <a:cxn ang="0">
                  <a:pos x="csX2" y="csY2"/>
                </a:cxn>
                <a:cxn ang="0">
                  <a:pos x="csX3" y="csY3"/>
                </a:cxn>
                <a:cxn ang="0">
                  <a:pos x="csX4" y="csY4"/>
                </a:cxn>
              </a:cxnLst>
              <a:rect l="l" t="t" r="r" b="b"/>
              <a:pathLst>
                <a:path w="30163" h="58737">
                  <a:moveTo>
                    <a:pt x="30163" y="0"/>
                  </a:moveTo>
                  <a:lnTo>
                    <a:pt x="30163" y="0"/>
                  </a:lnTo>
                  <a:lnTo>
                    <a:pt x="0" y="58737"/>
                  </a:lnTo>
                  <a:lnTo>
                    <a:pt x="22225" y="57150"/>
                  </a:lnTo>
                  <a:lnTo>
                    <a:pt x="3016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Полилиния: фигура 19">
              <a:extLst>
                <a:ext uri="{FF2B5EF4-FFF2-40B4-BE49-F238E27FC236}">
                  <a16:creationId xmlns:a16="http://schemas.microsoft.com/office/drawing/2014/main" id="{F958CAAB-F92D-2AEE-EC6D-7CD0B07D3BA0}"/>
                </a:ext>
              </a:extLst>
            </p:cNvPr>
            <p:cNvSpPr/>
            <p:nvPr/>
          </p:nvSpPr>
          <p:spPr>
            <a:xfrm>
              <a:off x="4043363" y="4157663"/>
              <a:ext cx="508000" cy="546100"/>
            </a:xfrm>
            <a:custGeom>
              <a:avLst/>
              <a:gdLst>
                <a:gd name="csX0" fmla="*/ 508000 w 508000"/>
                <a:gd name="csY0" fmla="*/ 546100 h 546100"/>
                <a:gd name="csX1" fmla="*/ 457200 w 508000"/>
                <a:gd name="csY1" fmla="*/ 460375 h 546100"/>
                <a:gd name="csX2" fmla="*/ 415925 w 508000"/>
                <a:gd name="csY2" fmla="*/ 417512 h 546100"/>
                <a:gd name="csX3" fmla="*/ 0 w 508000"/>
                <a:gd name="csY3" fmla="*/ 0 h 546100"/>
                <a:gd name="csX4" fmla="*/ 31750 w 508000"/>
                <a:gd name="csY4" fmla="*/ 39687 h 546100"/>
                <a:gd name="csX5" fmla="*/ 46037 w 508000"/>
                <a:gd name="csY5" fmla="*/ 66675 h 546100"/>
                <a:gd name="csX6" fmla="*/ 65087 w 508000"/>
                <a:gd name="csY6" fmla="*/ 104775 h 546100"/>
                <a:gd name="csX7" fmla="*/ 88900 w 508000"/>
                <a:gd name="csY7" fmla="*/ 168275 h 546100"/>
                <a:gd name="csX8" fmla="*/ 106362 w 508000"/>
                <a:gd name="csY8" fmla="*/ 247650 h 546100"/>
                <a:gd name="csX9" fmla="*/ 120650 w 508000"/>
                <a:gd name="csY9" fmla="*/ 342900 h 546100"/>
                <a:gd name="csX10" fmla="*/ 117475 w 508000"/>
                <a:gd name="csY10" fmla="*/ 400050 h 546100"/>
                <a:gd name="csX11" fmla="*/ 109537 w 508000"/>
                <a:gd name="csY11" fmla="*/ 488950 h 546100"/>
                <a:gd name="csX12" fmla="*/ 106362 w 508000"/>
                <a:gd name="csY12" fmla="*/ 527050 h 546100"/>
                <a:gd name="csX13" fmla="*/ 106362 w 508000"/>
                <a:gd name="csY13" fmla="*/ 527050 h 546100"/>
                <a:gd name="csX14" fmla="*/ 508000 w 508000"/>
                <a:gd name="csY14" fmla="*/ 546100 h 546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8000" h="546100">
                  <a:moveTo>
                    <a:pt x="508000" y="546100"/>
                  </a:moveTo>
                  <a:lnTo>
                    <a:pt x="457200" y="460375"/>
                  </a:lnTo>
                  <a:lnTo>
                    <a:pt x="415925" y="417512"/>
                  </a:lnTo>
                  <a:lnTo>
                    <a:pt x="0" y="0"/>
                  </a:lnTo>
                  <a:lnTo>
                    <a:pt x="31750" y="39687"/>
                  </a:lnTo>
                  <a:lnTo>
                    <a:pt x="46037" y="66675"/>
                  </a:lnTo>
                  <a:lnTo>
                    <a:pt x="65087" y="104775"/>
                  </a:lnTo>
                  <a:lnTo>
                    <a:pt x="88900" y="168275"/>
                  </a:lnTo>
                  <a:lnTo>
                    <a:pt x="106362" y="247650"/>
                  </a:lnTo>
                  <a:lnTo>
                    <a:pt x="120650" y="342900"/>
                  </a:lnTo>
                  <a:lnTo>
                    <a:pt x="117475" y="400050"/>
                  </a:lnTo>
                  <a:lnTo>
                    <a:pt x="109537" y="488950"/>
                  </a:lnTo>
                  <a:lnTo>
                    <a:pt x="106362" y="527050"/>
                  </a:lnTo>
                  <a:lnTo>
                    <a:pt x="106362" y="527050"/>
                  </a:lnTo>
                  <a:lnTo>
                    <a:pt x="508000" y="5461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Овал 21">
              <a:extLst>
                <a:ext uri="{FF2B5EF4-FFF2-40B4-BE49-F238E27FC236}">
                  <a16:creationId xmlns:a16="http://schemas.microsoft.com/office/drawing/2014/main" id="{5E26A624-E4FC-C108-FC88-6CC57DA60BA5}"/>
                </a:ext>
              </a:extLst>
            </p:cNvPr>
            <p:cNvSpPr/>
            <p:nvPr/>
          </p:nvSpPr>
          <p:spPr>
            <a:xfrm rot="20483490">
              <a:off x="4546600" y="4594225"/>
              <a:ext cx="84137" cy="1746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Полилиния: фигура 23">
              <a:extLst>
                <a:ext uri="{FF2B5EF4-FFF2-40B4-BE49-F238E27FC236}">
                  <a16:creationId xmlns:a16="http://schemas.microsoft.com/office/drawing/2014/main" id="{41DD9E5D-7D02-D33A-8985-A98F48D79B03}"/>
                </a:ext>
              </a:extLst>
            </p:cNvPr>
            <p:cNvSpPr/>
            <p:nvPr/>
          </p:nvSpPr>
          <p:spPr>
            <a:xfrm>
              <a:off x="4038451" y="4157262"/>
              <a:ext cx="119920" cy="289449"/>
            </a:xfrm>
            <a:custGeom>
              <a:avLst/>
              <a:gdLst>
                <a:gd name="csX0" fmla="*/ 149 w 119920"/>
                <a:gd name="csY0" fmla="*/ 401 h 289449"/>
                <a:gd name="csX1" fmla="*/ 38249 w 119920"/>
                <a:gd name="csY1" fmla="*/ 48026 h 289449"/>
                <a:gd name="csX2" fmla="*/ 82699 w 119920"/>
                <a:gd name="csY2" fmla="*/ 130576 h 289449"/>
                <a:gd name="csX3" fmla="*/ 109687 w 119920"/>
                <a:gd name="csY3" fmla="*/ 224238 h 289449"/>
                <a:gd name="csX4" fmla="*/ 119212 w 119920"/>
                <a:gd name="csY4" fmla="*/ 281388 h 289449"/>
                <a:gd name="csX5" fmla="*/ 117624 w 119920"/>
                <a:gd name="csY5" fmla="*/ 281388 h 289449"/>
                <a:gd name="csX6" fmla="*/ 104924 w 119920"/>
                <a:gd name="csY6" fmla="*/ 209951 h 289449"/>
                <a:gd name="csX7" fmla="*/ 93812 w 119920"/>
                <a:gd name="csY7" fmla="*/ 154388 h 289449"/>
                <a:gd name="csX8" fmla="*/ 52537 w 119920"/>
                <a:gd name="csY8" fmla="*/ 73426 h 289449"/>
                <a:gd name="csX9" fmla="*/ 149 w 119920"/>
                <a:gd name="csY9" fmla="*/ 401 h 289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9920" h="289449">
                  <a:moveTo>
                    <a:pt x="149" y="401"/>
                  </a:moveTo>
                  <a:cubicBezTo>
                    <a:pt x="-2232" y="-3832"/>
                    <a:pt x="24491" y="26330"/>
                    <a:pt x="38249" y="48026"/>
                  </a:cubicBezTo>
                  <a:cubicBezTo>
                    <a:pt x="52007" y="69722"/>
                    <a:pt x="70793" y="101207"/>
                    <a:pt x="82699" y="130576"/>
                  </a:cubicBezTo>
                  <a:cubicBezTo>
                    <a:pt x="94605" y="159945"/>
                    <a:pt x="103602" y="199103"/>
                    <a:pt x="109687" y="224238"/>
                  </a:cubicBezTo>
                  <a:cubicBezTo>
                    <a:pt x="115773" y="249373"/>
                    <a:pt x="117889" y="271863"/>
                    <a:pt x="119212" y="281388"/>
                  </a:cubicBezTo>
                  <a:cubicBezTo>
                    <a:pt x="120535" y="290913"/>
                    <a:pt x="120005" y="293294"/>
                    <a:pt x="117624" y="281388"/>
                  </a:cubicBezTo>
                  <a:cubicBezTo>
                    <a:pt x="115243" y="269482"/>
                    <a:pt x="108893" y="231118"/>
                    <a:pt x="104924" y="209951"/>
                  </a:cubicBezTo>
                  <a:cubicBezTo>
                    <a:pt x="100955" y="188784"/>
                    <a:pt x="102543" y="177142"/>
                    <a:pt x="93812" y="154388"/>
                  </a:cubicBezTo>
                  <a:cubicBezTo>
                    <a:pt x="85081" y="131634"/>
                    <a:pt x="66824" y="97768"/>
                    <a:pt x="52537" y="73426"/>
                  </a:cubicBezTo>
                  <a:cubicBezTo>
                    <a:pt x="38250" y="49084"/>
                    <a:pt x="2530" y="4634"/>
                    <a:pt x="149" y="401"/>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Полилиния: фигура 25">
              <a:extLst>
                <a:ext uri="{FF2B5EF4-FFF2-40B4-BE49-F238E27FC236}">
                  <a16:creationId xmlns:a16="http://schemas.microsoft.com/office/drawing/2014/main" id="{FE992AA6-6B56-5EF0-A398-D7E63FEAD3F0}"/>
                </a:ext>
              </a:extLst>
            </p:cNvPr>
            <p:cNvSpPr/>
            <p:nvPr/>
          </p:nvSpPr>
          <p:spPr>
            <a:xfrm>
              <a:off x="2055813" y="4757738"/>
              <a:ext cx="603249" cy="594254"/>
            </a:xfrm>
            <a:custGeom>
              <a:avLst/>
              <a:gdLst>
                <a:gd name="csX0" fmla="*/ 158750 w 588433"/>
                <a:gd name="csY0" fmla="*/ 0 h 588434"/>
                <a:gd name="csX1" fmla="*/ 0 w 588433"/>
                <a:gd name="csY1" fmla="*/ 131234 h 588434"/>
                <a:gd name="csX2" fmla="*/ 103716 w 588433"/>
                <a:gd name="csY2" fmla="*/ 124884 h 588434"/>
                <a:gd name="csX3" fmla="*/ 14816 w 588433"/>
                <a:gd name="csY3" fmla="*/ 289984 h 588434"/>
                <a:gd name="csX4" fmla="*/ 74083 w 588433"/>
                <a:gd name="csY4" fmla="*/ 298450 h 588434"/>
                <a:gd name="csX5" fmla="*/ 74083 w 588433"/>
                <a:gd name="csY5" fmla="*/ 338667 h 588434"/>
                <a:gd name="csX6" fmla="*/ 198966 w 588433"/>
                <a:gd name="csY6" fmla="*/ 359834 h 588434"/>
                <a:gd name="csX7" fmla="*/ 137583 w 588433"/>
                <a:gd name="csY7" fmla="*/ 452967 h 588434"/>
                <a:gd name="csX8" fmla="*/ 127000 w 588433"/>
                <a:gd name="csY8" fmla="*/ 484717 h 588434"/>
                <a:gd name="csX9" fmla="*/ 201083 w 588433"/>
                <a:gd name="csY9" fmla="*/ 488950 h 588434"/>
                <a:gd name="csX10" fmla="*/ 287866 w 588433"/>
                <a:gd name="csY10" fmla="*/ 444500 h 588434"/>
                <a:gd name="csX11" fmla="*/ 254000 w 588433"/>
                <a:gd name="csY11" fmla="*/ 546100 h 588434"/>
                <a:gd name="csX12" fmla="*/ 351366 w 588433"/>
                <a:gd name="csY12" fmla="*/ 512234 h 588434"/>
                <a:gd name="csX13" fmla="*/ 361950 w 588433"/>
                <a:gd name="csY13" fmla="*/ 550334 h 588434"/>
                <a:gd name="csX14" fmla="*/ 410633 w 588433"/>
                <a:gd name="csY14" fmla="*/ 552450 h 588434"/>
                <a:gd name="csX15" fmla="*/ 395816 w 588433"/>
                <a:gd name="csY15" fmla="*/ 588434 h 588434"/>
                <a:gd name="csX16" fmla="*/ 588433 w 588433"/>
                <a:gd name="csY16" fmla="*/ 429684 h 588434"/>
                <a:gd name="csX17" fmla="*/ 158750 w 588433"/>
                <a:gd name="csY17" fmla="*/ 0 h 5884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588433" h="588434">
                  <a:moveTo>
                    <a:pt x="158750" y="0"/>
                  </a:moveTo>
                  <a:lnTo>
                    <a:pt x="0" y="131234"/>
                  </a:lnTo>
                  <a:lnTo>
                    <a:pt x="103716" y="124884"/>
                  </a:lnTo>
                  <a:lnTo>
                    <a:pt x="14816" y="289984"/>
                  </a:lnTo>
                  <a:lnTo>
                    <a:pt x="74083" y="298450"/>
                  </a:lnTo>
                  <a:lnTo>
                    <a:pt x="74083" y="338667"/>
                  </a:lnTo>
                  <a:lnTo>
                    <a:pt x="198966" y="359834"/>
                  </a:lnTo>
                  <a:lnTo>
                    <a:pt x="137583" y="452967"/>
                  </a:lnTo>
                  <a:lnTo>
                    <a:pt x="127000" y="484717"/>
                  </a:lnTo>
                  <a:lnTo>
                    <a:pt x="201083" y="488950"/>
                  </a:lnTo>
                  <a:lnTo>
                    <a:pt x="287866" y="444500"/>
                  </a:lnTo>
                  <a:lnTo>
                    <a:pt x="254000" y="546100"/>
                  </a:lnTo>
                  <a:lnTo>
                    <a:pt x="351366" y="512234"/>
                  </a:lnTo>
                  <a:lnTo>
                    <a:pt x="361950" y="550334"/>
                  </a:lnTo>
                  <a:lnTo>
                    <a:pt x="410633" y="552450"/>
                  </a:lnTo>
                  <a:lnTo>
                    <a:pt x="395816" y="588434"/>
                  </a:lnTo>
                  <a:lnTo>
                    <a:pt x="588433" y="429684"/>
                  </a:lnTo>
                  <a:lnTo>
                    <a:pt x="15875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70" name="Равнобедренный треугольник 69">
              <a:extLst>
                <a:ext uri="{FF2B5EF4-FFF2-40B4-BE49-F238E27FC236}">
                  <a16:creationId xmlns:a16="http://schemas.microsoft.com/office/drawing/2014/main" id="{29EBC7CD-0B74-42D6-2D17-5C45A80D0FCD}"/>
                </a:ext>
              </a:extLst>
            </p:cNvPr>
            <p:cNvSpPr/>
            <p:nvPr/>
          </p:nvSpPr>
          <p:spPr>
            <a:xfrm>
              <a:off x="2217615" y="3622948"/>
              <a:ext cx="390809" cy="24689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grpSp>
        <p:nvGrpSpPr>
          <p:cNvPr id="72" name="Группа 71">
            <a:extLst>
              <a:ext uri="{FF2B5EF4-FFF2-40B4-BE49-F238E27FC236}">
                <a16:creationId xmlns:a16="http://schemas.microsoft.com/office/drawing/2014/main" id="{557FA17A-BC00-8F6B-D896-6C6289527212}"/>
              </a:ext>
            </a:extLst>
          </p:cNvPr>
          <p:cNvGrpSpPr/>
          <p:nvPr/>
        </p:nvGrpSpPr>
        <p:grpSpPr>
          <a:xfrm>
            <a:off x="5019272" y="3192060"/>
            <a:ext cx="2942211" cy="2371764"/>
            <a:chOff x="5019272" y="3192060"/>
            <a:chExt cx="2942211" cy="2371764"/>
          </a:xfrm>
        </p:grpSpPr>
        <p:grpSp>
          <p:nvGrpSpPr>
            <p:cNvPr id="45" name="Группа 44">
              <a:extLst>
                <a:ext uri="{FF2B5EF4-FFF2-40B4-BE49-F238E27FC236}">
                  <a16:creationId xmlns:a16="http://schemas.microsoft.com/office/drawing/2014/main" id="{23F2458B-5DDD-D454-5CAD-70E42814BD20}"/>
                </a:ext>
              </a:extLst>
            </p:cNvPr>
            <p:cNvGrpSpPr/>
            <p:nvPr/>
          </p:nvGrpSpPr>
          <p:grpSpPr>
            <a:xfrm rot="10800000">
              <a:off x="5208180" y="3192060"/>
              <a:ext cx="2753303" cy="2342759"/>
              <a:chOff x="5290046" y="3449648"/>
              <a:chExt cx="2760195" cy="2342759"/>
            </a:xfrm>
          </p:grpSpPr>
          <p:sp>
            <p:nvSpPr>
              <p:cNvPr id="30" name="Стрелка: изогнутая вверх 29">
                <a:extLst>
                  <a:ext uri="{FF2B5EF4-FFF2-40B4-BE49-F238E27FC236}">
                    <a16:creationId xmlns:a16="http://schemas.microsoft.com/office/drawing/2014/main" id="{183F4EED-9A95-049C-2596-8AE7518C378D}"/>
                  </a:ext>
                </a:extLst>
              </p:cNvPr>
              <p:cNvSpPr/>
              <p:nvPr/>
            </p:nvSpPr>
            <p:spPr>
              <a:xfrm rot="13481964">
                <a:off x="5568938" y="3449648"/>
                <a:ext cx="2481303" cy="1713023"/>
              </a:xfrm>
              <a:prstGeom prst="curvedUpArrow">
                <a:avLst>
                  <a:gd name="adj1" fmla="val 36165"/>
                  <a:gd name="adj2" fmla="val 56504"/>
                  <a:gd name="adj3"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endParaRPr lang="ru-RU" dirty="0">
                  <a:solidFill>
                    <a:schemeClr val="tx1"/>
                  </a:solidFill>
                </a:endParaRPr>
              </a:p>
            </p:txBody>
          </p:sp>
          <p:sp>
            <p:nvSpPr>
              <p:cNvPr id="32" name="Полилиния: фигура 31">
                <a:extLst>
                  <a:ext uri="{FF2B5EF4-FFF2-40B4-BE49-F238E27FC236}">
                    <a16:creationId xmlns:a16="http://schemas.microsoft.com/office/drawing/2014/main" id="{5FEA7326-2590-4CA9-E086-F8924769A996}"/>
                  </a:ext>
                </a:extLst>
              </p:cNvPr>
              <p:cNvSpPr/>
              <p:nvPr/>
            </p:nvSpPr>
            <p:spPr>
              <a:xfrm>
                <a:off x="6645771" y="4089020"/>
                <a:ext cx="1198562" cy="1700212"/>
              </a:xfrm>
              <a:custGeom>
                <a:avLst/>
                <a:gdLst>
                  <a:gd name="csX0" fmla="*/ 0 w 1198562"/>
                  <a:gd name="csY0" fmla="*/ 1268412 h 1700212"/>
                  <a:gd name="csX1" fmla="*/ 230187 w 1198562"/>
                  <a:gd name="csY1" fmla="*/ 1011237 h 1700212"/>
                  <a:gd name="csX2" fmla="*/ 355600 w 1198562"/>
                  <a:gd name="csY2" fmla="*/ 846137 h 1700212"/>
                  <a:gd name="csX3" fmla="*/ 492125 w 1198562"/>
                  <a:gd name="csY3" fmla="*/ 631825 h 1700212"/>
                  <a:gd name="csX4" fmla="*/ 584200 w 1198562"/>
                  <a:gd name="csY4" fmla="*/ 463550 h 1700212"/>
                  <a:gd name="csX5" fmla="*/ 647700 w 1198562"/>
                  <a:gd name="csY5" fmla="*/ 314325 h 1700212"/>
                  <a:gd name="csX6" fmla="*/ 700087 w 1198562"/>
                  <a:gd name="csY6" fmla="*/ 165100 h 1700212"/>
                  <a:gd name="csX7" fmla="*/ 720725 w 1198562"/>
                  <a:gd name="csY7" fmla="*/ 68262 h 1700212"/>
                  <a:gd name="csX8" fmla="*/ 736600 w 1198562"/>
                  <a:gd name="csY8" fmla="*/ 0 h 1700212"/>
                  <a:gd name="csX9" fmla="*/ 1143000 w 1198562"/>
                  <a:gd name="csY9" fmla="*/ 14287 h 1700212"/>
                  <a:gd name="csX10" fmla="*/ 1143000 w 1198562"/>
                  <a:gd name="csY10" fmla="*/ 31750 h 1700212"/>
                  <a:gd name="csX11" fmla="*/ 1168400 w 1198562"/>
                  <a:gd name="csY11" fmla="*/ 90487 h 1700212"/>
                  <a:gd name="csX12" fmla="*/ 1169987 w 1198562"/>
                  <a:gd name="csY12" fmla="*/ 120650 h 1700212"/>
                  <a:gd name="csX13" fmla="*/ 1179512 w 1198562"/>
                  <a:gd name="csY13" fmla="*/ 152400 h 1700212"/>
                  <a:gd name="csX14" fmla="*/ 1182687 w 1198562"/>
                  <a:gd name="csY14" fmla="*/ 168275 h 1700212"/>
                  <a:gd name="csX15" fmla="*/ 1184275 w 1198562"/>
                  <a:gd name="csY15" fmla="*/ 173037 h 1700212"/>
                  <a:gd name="csX16" fmla="*/ 1185862 w 1198562"/>
                  <a:gd name="csY16" fmla="*/ 212725 h 1700212"/>
                  <a:gd name="csX17" fmla="*/ 1192212 w 1198562"/>
                  <a:gd name="csY17" fmla="*/ 239712 h 1700212"/>
                  <a:gd name="csX18" fmla="*/ 1193800 w 1198562"/>
                  <a:gd name="csY18" fmla="*/ 247650 h 1700212"/>
                  <a:gd name="csX19" fmla="*/ 1195387 w 1198562"/>
                  <a:gd name="csY19" fmla="*/ 276225 h 1700212"/>
                  <a:gd name="csX20" fmla="*/ 1198562 w 1198562"/>
                  <a:gd name="csY20" fmla="*/ 304800 h 1700212"/>
                  <a:gd name="csX21" fmla="*/ 1196975 w 1198562"/>
                  <a:gd name="csY21" fmla="*/ 338137 h 1700212"/>
                  <a:gd name="csX22" fmla="*/ 1195387 w 1198562"/>
                  <a:gd name="csY22" fmla="*/ 377825 h 1700212"/>
                  <a:gd name="csX23" fmla="*/ 1192212 w 1198562"/>
                  <a:gd name="csY23" fmla="*/ 392112 h 1700212"/>
                  <a:gd name="csX24" fmla="*/ 1190625 w 1198562"/>
                  <a:gd name="csY24" fmla="*/ 401637 h 1700212"/>
                  <a:gd name="csX25" fmla="*/ 1189037 w 1198562"/>
                  <a:gd name="csY25" fmla="*/ 419100 h 1700212"/>
                  <a:gd name="csX26" fmla="*/ 1184275 w 1198562"/>
                  <a:gd name="csY26" fmla="*/ 428625 h 1700212"/>
                  <a:gd name="csX27" fmla="*/ 1181100 w 1198562"/>
                  <a:gd name="csY27" fmla="*/ 439737 h 1700212"/>
                  <a:gd name="csX28" fmla="*/ 1179512 w 1198562"/>
                  <a:gd name="csY28" fmla="*/ 446087 h 1700212"/>
                  <a:gd name="csX29" fmla="*/ 1174750 w 1198562"/>
                  <a:gd name="csY29" fmla="*/ 460375 h 1700212"/>
                  <a:gd name="csX30" fmla="*/ 1173162 w 1198562"/>
                  <a:gd name="csY30" fmla="*/ 466725 h 1700212"/>
                  <a:gd name="csX31" fmla="*/ 1171575 w 1198562"/>
                  <a:gd name="csY31" fmla="*/ 474662 h 1700212"/>
                  <a:gd name="csX32" fmla="*/ 1168400 w 1198562"/>
                  <a:gd name="csY32" fmla="*/ 485775 h 1700212"/>
                  <a:gd name="csX33" fmla="*/ 1162050 w 1198562"/>
                  <a:gd name="csY33" fmla="*/ 504825 h 1700212"/>
                  <a:gd name="csX34" fmla="*/ 1160462 w 1198562"/>
                  <a:gd name="csY34" fmla="*/ 519112 h 1700212"/>
                  <a:gd name="csX35" fmla="*/ 1154112 w 1198562"/>
                  <a:gd name="csY35" fmla="*/ 525462 h 1700212"/>
                  <a:gd name="csX36" fmla="*/ 1149350 w 1198562"/>
                  <a:gd name="csY36" fmla="*/ 549275 h 1700212"/>
                  <a:gd name="csX37" fmla="*/ 1144587 w 1198562"/>
                  <a:gd name="csY37" fmla="*/ 558800 h 1700212"/>
                  <a:gd name="csX38" fmla="*/ 1138237 w 1198562"/>
                  <a:gd name="csY38" fmla="*/ 576262 h 1700212"/>
                  <a:gd name="csX39" fmla="*/ 1135062 w 1198562"/>
                  <a:gd name="csY39" fmla="*/ 587375 h 1700212"/>
                  <a:gd name="csX40" fmla="*/ 1131887 w 1198562"/>
                  <a:gd name="csY40" fmla="*/ 595312 h 1700212"/>
                  <a:gd name="csX41" fmla="*/ 1122362 w 1198562"/>
                  <a:gd name="csY41" fmla="*/ 635000 h 1700212"/>
                  <a:gd name="csX42" fmla="*/ 1116012 w 1198562"/>
                  <a:gd name="csY42" fmla="*/ 658812 h 1700212"/>
                  <a:gd name="csX43" fmla="*/ 1109662 w 1198562"/>
                  <a:gd name="csY43" fmla="*/ 671512 h 1700212"/>
                  <a:gd name="csX44" fmla="*/ 1104900 w 1198562"/>
                  <a:gd name="csY44" fmla="*/ 693737 h 1700212"/>
                  <a:gd name="csX45" fmla="*/ 1098550 w 1198562"/>
                  <a:gd name="csY45" fmla="*/ 719137 h 1700212"/>
                  <a:gd name="csX46" fmla="*/ 1092200 w 1198562"/>
                  <a:gd name="csY46" fmla="*/ 742950 h 1700212"/>
                  <a:gd name="csX47" fmla="*/ 1089025 w 1198562"/>
                  <a:gd name="csY47" fmla="*/ 754062 h 1700212"/>
                  <a:gd name="csX48" fmla="*/ 1079500 w 1198562"/>
                  <a:gd name="csY48" fmla="*/ 763587 h 1700212"/>
                  <a:gd name="csX49" fmla="*/ 1052512 w 1198562"/>
                  <a:gd name="csY49" fmla="*/ 806450 h 1700212"/>
                  <a:gd name="csX50" fmla="*/ 1030287 w 1198562"/>
                  <a:gd name="csY50" fmla="*/ 850900 h 1700212"/>
                  <a:gd name="csX51" fmla="*/ 1025525 w 1198562"/>
                  <a:gd name="csY51" fmla="*/ 865187 h 1700212"/>
                  <a:gd name="csX52" fmla="*/ 1001712 w 1198562"/>
                  <a:gd name="csY52" fmla="*/ 917575 h 1700212"/>
                  <a:gd name="csX53" fmla="*/ 990600 w 1198562"/>
                  <a:gd name="csY53" fmla="*/ 939800 h 1700212"/>
                  <a:gd name="csX54" fmla="*/ 982662 w 1198562"/>
                  <a:gd name="csY54" fmla="*/ 962025 h 1700212"/>
                  <a:gd name="csX55" fmla="*/ 973137 w 1198562"/>
                  <a:gd name="csY55" fmla="*/ 977900 h 1700212"/>
                  <a:gd name="csX56" fmla="*/ 950912 w 1198562"/>
                  <a:gd name="csY56" fmla="*/ 1012825 h 1700212"/>
                  <a:gd name="csX57" fmla="*/ 931862 w 1198562"/>
                  <a:gd name="csY57" fmla="*/ 1041400 h 1700212"/>
                  <a:gd name="csX58" fmla="*/ 911225 w 1198562"/>
                  <a:gd name="csY58" fmla="*/ 1074737 h 1700212"/>
                  <a:gd name="csX59" fmla="*/ 874712 w 1198562"/>
                  <a:gd name="csY59" fmla="*/ 1127125 h 1700212"/>
                  <a:gd name="csX60" fmla="*/ 835025 w 1198562"/>
                  <a:gd name="csY60" fmla="*/ 1195387 h 1700212"/>
                  <a:gd name="csX61" fmla="*/ 820737 w 1198562"/>
                  <a:gd name="csY61" fmla="*/ 1220787 h 1700212"/>
                  <a:gd name="csX62" fmla="*/ 790575 w 1198562"/>
                  <a:gd name="csY62" fmla="*/ 1268412 h 1700212"/>
                  <a:gd name="csX63" fmla="*/ 755650 w 1198562"/>
                  <a:gd name="csY63" fmla="*/ 1311275 h 1700212"/>
                  <a:gd name="csX64" fmla="*/ 736600 w 1198562"/>
                  <a:gd name="csY64" fmla="*/ 1339850 h 1700212"/>
                  <a:gd name="csX65" fmla="*/ 668337 w 1198562"/>
                  <a:gd name="csY65" fmla="*/ 1425575 h 1700212"/>
                  <a:gd name="csX66" fmla="*/ 644525 w 1198562"/>
                  <a:gd name="csY66" fmla="*/ 1454150 h 1700212"/>
                  <a:gd name="csX67" fmla="*/ 582612 w 1198562"/>
                  <a:gd name="csY67" fmla="*/ 1517650 h 1700212"/>
                  <a:gd name="csX68" fmla="*/ 560387 w 1198562"/>
                  <a:gd name="csY68" fmla="*/ 1538287 h 1700212"/>
                  <a:gd name="csX69" fmla="*/ 504825 w 1198562"/>
                  <a:gd name="csY69" fmla="*/ 1612900 h 1700212"/>
                  <a:gd name="csX70" fmla="*/ 488950 w 1198562"/>
                  <a:gd name="csY70" fmla="*/ 1635125 h 1700212"/>
                  <a:gd name="csX71" fmla="*/ 463550 w 1198562"/>
                  <a:gd name="csY71" fmla="*/ 1662112 h 1700212"/>
                  <a:gd name="csX72" fmla="*/ 446087 w 1198562"/>
                  <a:gd name="csY72" fmla="*/ 1685925 h 1700212"/>
                  <a:gd name="csX73" fmla="*/ 439737 w 1198562"/>
                  <a:gd name="csY73" fmla="*/ 1697037 h 1700212"/>
                  <a:gd name="csX74" fmla="*/ 434975 w 1198562"/>
                  <a:gd name="csY74" fmla="*/ 1700212 h 1700212"/>
                  <a:gd name="csX75" fmla="*/ 0 w 1198562"/>
                  <a:gd name="csY75" fmla="*/ 1268412 h 17002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1198562" h="1700212">
                    <a:moveTo>
                      <a:pt x="0" y="1268412"/>
                    </a:moveTo>
                    <a:lnTo>
                      <a:pt x="230187" y="1011237"/>
                    </a:lnTo>
                    <a:lnTo>
                      <a:pt x="355600" y="846137"/>
                    </a:lnTo>
                    <a:lnTo>
                      <a:pt x="492125" y="631825"/>
                    </a:lnTo>
                    <a:lnTo>
                      <a:pt x="584200" y="463550"/>
                    </a:lnTo>
                    <a:lnTo>
                      <a:pt x="647700" y="314325"/>
                    </a:lnTo>
                    <a:lnTo>
                      <a:pt x="700087" y="165100"/>
                    </a:lnTo>
                    <a:lnTo>
                      <a:pt x="720725" y="68262"/>
                    </a:lnTo>
                    <a:lnTo>
                      <a:pt x="736600" y="0"/>
                    </a:lnTo>
                    <a:lnTo>
                      <a:pt x="1143000" y="14287"/>
                    </a:lnTo>
                    <a:lnTo>
                      <a:pt x="1143000" y="31750"/>
                    </a:lnTo>
                    <a:lnTo>
                      <a:pt x="1168400" y="90487"/>
                    </a:lnTo>
                    <a:lnTo>
                      <a:pt x="1169987" y="120650"/>
                    </a:lnTo>
                    <a:lnTo>
                      <a:pt x="1179512" y="152400"/>
                    </a:lnTo>
                    <a:cubicBezTo>
                      <a:pt x="1180570" y="157692"/>
                      <a:pt x="1181473" y="163017"/>
                      <a:pt x="1182687" y="168275"/>
                    </a:cubicBezTo>
                    <a:cubicBezTo>
                      <a:pt x="1183063" y="169905"/>
                      <a:pt x="1184156" y="171368"/>
                      <a:pt x="1184275" y="173037"/>
                    </a:cubicBezTo>
                    <a:cubicBezTo>
                      <a:pt x="1185218" y="186243"/>
                      <a:pt x="1184731" y="199533"/>
                      <a:pt x="1185862" y="212725"/>
                    </a:cubicBezTo>
                    <a:cubicBezTo>
                      <a:pt x="1186800" y="223669"/>
                      <a:pt x="1189691" y="229627"/>
                      <a:pt x="1192212" y="239712"/>
                    </a:cubicBezTo>
                    <a:cubicBezTo>
                      <a:pt x="1192867" y="242330"/>
                      <a:pt x="1193271" y="245004"/>
                      <a:pt x="1193800" y="247650"/>
                    </a:cubicBezTo>
                    <a:cubicBezTo>
                      <a:pt x="1194329" y="257175"/>
                      <a:pt x="1194707" y="266710"/>
                      <a:pt x="1195387" y="276225"/>
                    </a:cubicBezTo>
                    <a:cubicBezTo>
                      <a:pt x="1196056" y="285595"/>
                      <a:pt x="1197393" y="295447"/>
                      <a:pt x="1198562" y="304800"/>
                    </a:cubicBezTo>
                    <a:cubicBezTo>
                      <a:pt x="1198033" y="315912"/>
                      <a:pt x="1197458" y="327023"/>
                      <a:pt x="1196975" y="338137"/>
                    </a:cubicBezTo>
                    <a:cubicBezTo>
                      <a:pt x="1196400" y="351364"/>
                      <a:pt x="1196551" y="364636"/>
                      <a:pt x="1195387" y="377825"/>
                    </a:cubicBezTo>
                    <a:cubicBezTo>
                      <a:pt x="1194958" y="382685"/>
                      <a:pt x="1193169" y="387328"/>
                      <a:pt x="1192212" y="392112"/>
                    </a:cubicBezTo>
                    <a:cubicBezTo>
                      <a:pt x="1191581" y="395268"/>
                      <a:pt x="1191001" y="398440"/>
                      <a:pt x="1190625" y="401637"/>
                    </a:cubicBezTo>
                    <a:cubicBezTo>
                      <a:pt x="1189942" y="407442"/>
                      <a:pt x="1190376" y="413410"/>
                      <a:pt x="1189037" y="419100"/>
                    </a:cubicBezTo>
                    <a:cubicBezTo>
                      <a:pt x="1188224" y="422555"/>
                      <a:pt x="1185549" y="425312"/>
                      <a:pt x="1184275" y="428625"/>
                    </a:cubicBezTo>
                    <a:cubicBezTo>
                      <a:pt x="1182892" y="432220"/>
                      <a:pt x="1182114" y="436021"/>
                      <a:pt x="1181100" y="439737"/>
                    </a:cubicBezTo>
                    <a:cubicBezTo>
                      <a:pt x="1180526" y="441842"/>
                      <a:pt x="1180154" y="444002"/>
                      <a:pt x="1179512" y="446087"/>
                    </a:cubicBezTo>
                    <a:cubicBezTo>
                      <a:pt x="1178036" y="450885"/>
                      <a:pt x="1175968" y="455505"/>
                      <a:pt x="1174750" y="460375"/>
                    </a:cubicBezTo>
                    <a:cubicBezTo>
                      <a:pt x="1174221" y="462492"/>
                      <a:pt x="1173635" y="464595"/>
                      <a:pt x="1173162" y="466725"/>
                    </a:cubicBezTo>
                    <a:cubicBezTo>
                      <a:pt x="1172577" y="469359"/>
                      <a:pt x="1172229" y="472045"/>
                      <a:pt x="1171575" y="474662"/>
                    </a:cubicBezTo>
                    <a:cubicBezTo>
                      <a:pt x="1170641" y="478400"/>
                      <a:pt x="1169560" y="482101"/>
                      <a:pt x="1168400" y="485775"/>
                    </a:cubicBezTo>
                    <a:cubicBezTo>
                      <a:pt x="1166384" y="492158"/>
                      <a:pt x="1162050" y="504825"/>
                      <a:pt x="1162050" y="504825"/>
                    </a:cubicBezTo>
                    <a:cubicBezTo>
                      <a:pt x="1161521" y="509587"/>
                      <a:pt x="1162182" y="514640"/>
                      <a:pt x="1160462" y="519112"/>
                    </a:cubicBezTo>
                    <a:cubicBezTo>
                      <a:pt x="1159387" y="521906"/>
                      <a:pt x="1155147" y="522653"/>
                      <a:pt x="1154112" y="525462"/>
                    </a:cubicBezTo>
                    <a:cubicBezTo>
                      <a:pt x="1151314" y="533058"/>
                      <a:pt x="1152970" y="542035"/>
                      <a:pt x="1149350" y="549275"/>
                    </a:cubicBezTo>
                    <a:lnTo>
                      <a:pt x="1144587" y="558800"/>
                    </a:lnTo>
                    <a:cubicBezTo>
                      <a:pt x="1140837" y="585056"/>
                      <a:pt x="1146510" y="558062"/>
                      <a:pt x="1138237" y="576262"/>
                    </a:cubicBezTo>
                    <a:cubicBezTo>
                      <a:pt x="1136643" y="579769"/>
                      <a:pt x="1136280" y="583720"/>
                      <a:pt x="1135062" y="587375"/>
                    </a:cubicBezTo>
                    <a:cubicBezTo>
                      <a:pt x="1134161" y="590078"/>
                      <a:pt x="1132788" y="592609"/>
                      <a:pt x="1131887" y="595312"/>
                    </a:cubicBezTo>
                    <a:cubicBezTo>
                      <a:pt x="1127542" y="608348"/>
                      <a:pt x="1125723" y="621555"/>
                      <a:pt x="1122362" y="635000"/>
                    </a:cubicBezTo>
                    <a:cubicBezTo>
                      <a:pt x="1121555" y="638227"/>
                      <a:pt x="1117470" y="655166"/>
                      <a:pt x="1116012" y="658812"/>
                    </a:cubicBezTo>
                    <a:cubicBezTo>
                      <a:pt x="1114254" y="663206"/>
                      <a:pt x="1109662" y="671512"/>
                      <a:pt x="1109662" y="671512"/>
                    </a:cubicBezTo>
                    <a:cubicBezTo>
                      <a:pt x="1103842" y="694798"/>
                      <a:pt x="1115736" y="646781"/>
                      <a:pt x="1104900" y="693737"/>
                    </a:cubicBezTo>
                    <a:cubicBezTo>
                      <a:pt x="1102938" y="702241"/>
                      <a:pt x="1100512" y="710633"/>
                      <a:pt x="1098550" y="719137"/>
                    </a:cubicBezTo>
                    <a:cubicBezTo>
                      <a:pt x="1089273" y="759339"/>
                      <a:pt x="1100307" y="718630"/>
                      <a:pt x="1092200" y="742950"/>
                    </a:cubicBezTo>
                    <a:cubicBezTo>
                      <a:pt x="1090982" y="746605"/>
                      <a:pt x="1091044" y="750781"/>
                      <a:pt x="1089025" y="754062"/>
                    </a:cubicBezTo>
                    <a:cubicBezTo>
                      <a:pt x="1086672" y="757886"/>
                      <a:pt x="1082067" y="759903"/>
                      <a:pt x="1079500" y="763587"/>
                    </a:cubicBezTo>
                    <a:cubicBezTo>
                      <a:pt x="1069846" y="777438"/>
                      <a:pt x="1060346" y="791494"/>
                      <a:pt x="1052512" y="806450"/>
                    </a:cubicBezTo>
                    <a:cubicBezTo>
                      <a:pt x="1046477" y="817971"/>
                      <a:pt x="1035720" y="836413"/>
                      <a:pt x="1030287" y="850900"/>
                    </a:cubicBezTo>
                    <a:cubicBezTo>
                      <a:pt x="1028524" y="855600"/>
                      <a:pt x="1027419" y="860538"/>
                      <a:pt x="1025525" y="865187"/>
                    </a:cubicBezTo>
                    <a:cubicBezTo>
                      <a:pt x="1021388" y="875341"/>
                      <a:pt x="1007047" y="906524"/>
                      <a:pt x="1001712" y="917575"/>
                    </a:cubicBezTo>
                    <a:cubicBezTo>
                      <a:pt x="998111" y="925034"/>
                      <a:pt x="993386" y="932000"/>
                      <a:pt x="990600" y="939800"/>
                    </a:cubicBezTo>
                    <a:cubicBezTo>
                      <a:pt x="987954" y="947208"/>
                      <a:pt x="985940" y="954874"/>
                      <a:pt x="982662" y="962025"/>
                    </a:cubicBezTo>
                    <a:cubicBezTo>
                      <a:pt x="980091" y="967635"/>
                      <a:pt x="976408" y="972667"/>
                      <a:pt x="973137" y="977900"/>
                    </a:cubicBezTo>
                    <a:cubicBezTo>
                      <a:pt x="965824" y="989602"/>
                      <a:pt x="958432" y="1001255"/>
                      <a:pt x="950912" y="1012825"/>
                    </a:cubicBezTo>
                    <a:cubicBezTo>
                      <a:pt x="944673" y="1022423"/>
                      <a:pt x="938040" y="1031762"/>
                      <a:pt x="931862" y="1041400"/>
                    </a:cubicBezTo>
                    <a:cubicBezTo>
                      <a:pt x="924809" y="1052403"/>
                      <a:pt x="919193" y="1064378"/>
                      <a:pt x="911225" y="1074737"/>
                    </a:cubicBezTo>
                    <a:cubicBezTo>
                      <a:pt x="896535" y="1093835"/>
                      <a:pt x="887164" y="1104889"/>
                      <a:pt x="874712" y="1127125"/>
                    </a:cubicBezTo>
                    <a:cubicBezTo>
                      <a:pt x="821463" y="1222211"/>
                      <a:pt x="879218" y="1120259"/>
                      <a:pt x="835025" y="1195387"/>
                    </a:cubicBezTo>
                    <a:cubicBezTo>
                      <a:pt x="830100" y="1203760"/>
                      <a:pt x="825615" y="1212386"/>
                      <a:pt x="820737" y="1220787"/>
                    </a:cubicBezTo>
                    <a:cubicBezTo>
                      <a:pt x="811172" y="1237261"/>
                      <a:pt x="801661" y="1252891"/>
                      <a:pt x="790575" y="1268412"/>
                    </a:cubicBezTo>
                    <a:cubicBezTo>
                      <a:pt x="746554" y="1330041"/>
                      <a:pt x="805303" y="1245072"/>
                      <a:pt x="755650" y="1311275"/>
                    </a:cubicBezTo>
                    <a:cubicBezTo>
                      <a:pt x="748781" y="1320433"/>
                      <a:pt x="743442" y="1330672"/>
                      <a:pt x="736600" y="1339850"/>
                    </a:cubicBezTo>
                    <a:cubicBezTo>
                      <a:pt x="713791" y="1370447"/>
                      <a:pt x="692126" y="1396864"/>
                      <a:pt x="668337" y="1425575"/>
                    </a:cubicBezTo>
                    <a:cubicBezTo>
                      <a:pt x="660427" y="1435122"/>
                      <a:pt x="653181" y="1445273"/>
                      <a:pt x="644525" y="1454150"/>
                    </a:cubicBezTo>
                    <a:cubicBezTo>
                      <a:pt x="623887" y="1475317"/>
                      <a:pt x="604275" y="1497534"/>
                      <a:pt x="582612" y="1517650"/>
                    </a:cubicBezTo>
                    <a:cubicBezTo>
                      <a:pt x="575204" y="1524529"/>
                      <a:pt x="567388" y="1530994"/>
                      <a:pt x="560387" y="1538287"/>
                    </a:cubicBezTo>
                    <a:cubicBezTo>
                      <a:pt x="543393" y="1555988"/>
                      <a:pt x="512275" y="1602470"/>
                      <a:pt x="504825" y="1612900"/>
                    </a:cubicBezTo>
                    <a:cubicBezTo>
                      <a:pt x="499533" y="1620308"/>
                      <a:pt x="495190" y="1628495"/>
                      <a:pt x="488950" y="1635125"/>
                    </a:cubicBezTo>
                    <a:cubicBezTo>
                      <a:pt x="480483" y="1644121"/>
                      <a:pt x="469549" y="1651313"/>
                      <a:pt x="463550" y="1662112"/>
                    </a:cubicBezTo>
                    <a:cubicBezTo>
                      <a:pt x="446052" y="1693607"/>
                      <a:pt x="465546" y="1661601"/>
                      <a:pt x="446087" y="1685925"/>
                    </a:cubicBezTo>
                    <a:cubicBezTo>
                      <a:pt x="441104" y="1692153"/>
                      <a:pt x="444994" y="1691780"/>
                      <a:pt x="439737" y="1697037"/>
                    </a:cubicBezTo>
                    <a:cubicBezTo>
                      <a:pt x="438388" y="1698386"/>
                      <a:pt x="436562" y="1699154"/>
                      <a:pt x="434975" y="1700212"/>
                    </a:cubicBezTo>
                    <a:lnTo>
                      <a:pt x="0" y="126841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Полилиния: фигура 33">
                <a:extLst>
                  <a:ext uri="{FF2B5EF4-FFF2-40B4-BE49-F238E27FC236}">
                    <a16:creationId xmlns:a16="http://schemas.microsoft.com/office/drawing/2014/main" id="{6C37679F-12F9-0523-BCAB-01448DF0A593}"/>
                  </a:ext>
                </a:extLst>
              </p:cNvPr>
              <p:cNvSpPr/>
              <p:nvPr/>
            </p:nvSpPr>
            <p:spPr>
              <a:xfrm>
                <a:off x="7087096" y="4849432"/>
                <a:ext cx="639762" cy="942975"/>
              </a:xfrm>
              <a:custGeom>
                <a:avLst/>
                <a:gdLst>
                  <a:gd name="csX0" fmla="*/ 0 w 639762"/>
                  <a:gd name="csY0" fmla="*/ 942975 h 942975"/>
                  <a:gd name="csX1" fmla="*/ 138112 w 639762"/>
                  <a:gd name="csY1" fmla="*/ 790575 h 942975"/>
                  <a:gd name="csX2" fmla="*/ 263525 w 639762"/>
                  <a:gd name="csY2" fmla="*/ 646113 h 942975"/>
                  <a:gd name="csX3" fmla="*/ 368300 w 639762"/>
                  <a:gd name="csY3" fmla="*/ 498475 h 942975"/>
                  <a:gd name="csX4" fmla="*/ 479425 w 639762"/>
                  <a:gd name="csY4" fmla="*/ 323850 h 942975"/>
                  <a:gd name="csX5" fmla="*/ 576262 w 639762"/>
                  <a:gd name="csY5" fmla="*/ 150813 h 942975"/>
                  <a:gd name="csX6" fmla="*/ 639762 w 639762"/>
                  <a:gd name="csY6" fmla="*/ 0 h 942975"/>
                  <a:gd name="csX7" fmla="*/ 601662 w 639762"/>
                  <a:gd name="csY7" fmla="*/ 1588 h 942975"/>
                  <a:gd name="csX8" fmla="*/ 587375 w 639762"/>
                  <a:gd name="csY8" fmla="*/ 7938 h 942975"/>
                  <a:gd name="csX9" fmla="*/ 0 w 639762"/>
                  <a:gd name="csY9" fmla="*/ 942975 h 9429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39762" h="942975">
                    <a:moveTo>
                      <a:pt x="0" y="942975"/>
                    </a:moveTo>
                    <a:lnTo>
                      <a:pt x="138112" y="790575"/>
                    </a:lnTo>
                    <a:lnTo>
                      <a:pt x="263525" y="646113"/>
                    </a:lnTo>
                    <a:lnTo>
                      <a:pt x="368300" y="498475"/>
                    </a:lnTo>
                    <a:lnTo>
                      <a:pt x="479425" y="323850"/>
                    </a:lnTo>
                    <a:lnTo>
                      <a:pt x="576262" y="150813"/>
                    </a:lnTo>
                    <a:lnTo>
                      <a:pt x="639762" y="0"/>
                    </a:lnTo>
                    <a:lnTo>
                      <a:pt x="601662" y="1588"/>
                    </a:lnTo>
                    <a:lnTo>
                      <a:pt x="587375" y="7938"/>
                    </a:lnTo>
                    <a:lnTo>
                      <a:pt x="0" y="94297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6" name="Полилиния: фигура 35">
                <a:extLst>
                  <a:ext uri="{FF2B5EF4-FFF2-40B4-BE49-F238E27FC236}">
                    <a16:creationId xmlns:a16="http://schemas.microsoft.com/office/drawing/2014/main" id="{EC356C51-0609-78AD-8A05-C7C683422009}"/>
                  </a:ext>
                </a:extLst>
              </p:cNvPr>
              <p:cNvSpPr/>
              <p:nvPr/>
            </p:nvSpPr>
            <p:spPr>
              <a:xfrm>
                <a:off x="7075983" y="5727320"/>
                <a:ext cx="45719" cy="45719"/>
              </a:xfrm>
              <a:custGeom>
                <a:avLst/>
                <a:gdLst>
                  <a:gd name="csX0" fmla="*/ 30163 w 30163"/>
                  <a:gd name="csY0" fmla="*/ 0 h 58737"/>
                  <a:gd name="csX1" fmla="*/ 30163 w 30163"/>
                  <a:gd name="csY1" fmla="*/ 0 h 58737"/>
                  <a:gd name="csX2" fmla="*/ 0 w 30163"/>
                  <a:gd name="csY2" fmla="*/ 58737 h 58737"/>
                  <a:gd name="csX3" fmla="*/ 22225 w 30163"/>
                  <a:gd name="csY3" fmla="*/ 57150 h 58737"/>
                  <a:gd name="csX4" fmla="*/ 30163 w 30163"/>
                  <a:gd name="csY4" fmla="*/ 0 h 58737"/>
                </a:gdLst>
                <a:ahLst/>
                <a:cxnLst>
                  <a:cxn ang="0">
                    <a:pos x="csX0" y="csY0"/>
                  </a:cxn>
                  <a:cxn ang="0">
                    <a:pos x="csX1" y="csY1"/>
                  </a:cxn>
                  <a:cxn ang="0">
                    <a:pos x="csX2" y="csY2"/>
                  </a:cxn>
                  <a:cxn ang="0">
                    <a:pos x="csX3" y="csY3"/>
                  </a:cxn>
                  <a:cxn ang="0">
                    <a:pos x="csX4" y="csY4"/>
                  </a:cxn>
                </a:cxnLst>
                <a:rect l="l" t="t" r="r" b="b"/>
                <a:pathLst>
                  <a:path w="30163" h="58737">
                    <a:moveTo>
                      <a:pt x="30163" y="0"/>
                    </a:moveTo>
                    <a:lnTo>
                      <a:pt x="30163" y="0"/>
                    </a:lnTo>
                    <a:lnTo>
                      <a:pt x="0" y="58737"/>
                    </a:lnTo>
                    <a:lnTo>
                      <a:pt x="22225" y="57150"/>
                    </a:lnTo>
                    <a:lnTo>
                      <a:pt x="3016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Полилиния: фигура 37">
                <a:extLst>
                  <a:ext uri="{FF2B5EF4-FFF2-40B4-BE49-F238E27FC236}">
                    <a16:creationId xmlns:a16="http://schemas.microsoft.com/office/drawing/2014/main" id="{6253EF6D-BCD1-90D0-A011-DDE26CA743B5}"/>
                  </a:ext>
                </a:extLst>
              </p:cNvPr>
              <p:cNvSpPr/>
              <p:nvPr/>
            </p:nvSpPr>
            <p:spPr>
              <a:xfrm>
                <a:off x="7277596" y="3561970"/>
                <a:ext cx="508000" cy="546100"/>
              </a:xfrm>
              <a:custGeom>
                <a:avLst/>
                <a:gdLst>
                  <a:gd name="csX0" fmla="*/ 508000 w 508000"/>
                  <a:gd name="csY0" fmla="*/ 546100 h 546100"/>
                  <a:gd name="csX1" fmla="*/ 457200 w 508000"/>
                  <a:gd name="csY1" fmla="*/ 460375 h 546100"/>
                  <a:gd name="csX2" fmla="*/ 415925 w 508000"/>
                  <a:gd name="csY2" fmla="*/ 417512 h 546100"/>
                  <a:gd name="csX3" fmla="*/ 0 w 508000"/>
                  <a:gd name="csY3" fmla="*/ 0 h 546100"/>
                  <a:gd name="csX4" fmla="*/ 31750 w 508000"/>
                  <a:gd name="csY4" fmla="*/ 39687 h 546100"/>
                  <a:gd name="csX5" fmla="*/ 46037 w 508000"/>
                  <a:gd name="csY5" fmla="*/ 66675 h 546100"/>
                  <a:gd name="csX6" fmla="*/ 65087 w 508000"/>
                  <a:gd name="csY6" fmla="*/ 104775 h 546100"/>
                  <a:gd name="csX7" fmla="*/ 88900 w 508000"/>
                  <a:gd name="csY7" fmla="*/ 168275 h 546100"/>
                  <a:gd name="csX8" fmla="*/ 106362 w 508000"/>
                  <a:gd name="csY8" fmla="*/ 247650 h 546100"/>
                  <a:gd name="csX9" fmla="*/ 120650 w 508000"/>
                  <a:gd name="csY9" fmla="*/ 342900 h 546100"/>
                  <a:gd name="csX10" fmla="*/ 117475 w 508000"/>
                  <a:gd name="csY10" fmla="*/ 400050 h 546100"/>
                  <a:gd name="csX11" fmla="*/ 109537 w 508000"/>
                  <a:gd name="csY11" fmla="*/ 488950 h 546100"/>
                  <a:gd name="csX12" fmla="*/ 106362 w 508000"/>
                  <a:gd name="csY12" fmla="*/ 527050 h 546100"/>
                  <a:gd name="csX13" fmla="*/ 106362 w 508000"/>
                  <a:gd name="csY13" fmla="*/ 527050 h 546100"/>
                  <a:gd name="csX14" fmla="*/ 508000 w 508000"/>
                  <a:gd name="csY14" fmla="*/ 546100 h 546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08000" h="546100">
                    <a:moveTo>
                      <a:pt x="508000" y="546100"/>
                    </a:moveTo>
                    <a:lnTo>
                      <a:pt x="457200" y="460375"/>
                    </a:lnTo>
                    <a:lnTo>
                      <a:pt x="415925" y="417512"/>
                    </a:lnTo>
                    <a:lnTo>
                      <a:pt x="0" y="0"/>
                    </a:lnTo>
                    <a:lnTo>
                      <a:pt x="31750" y="39687"/>
                    </a:lnTo>
                    <a:lnTo>
                      <a:pt x="46037" y="66675"/>
                    </a:lnTo>
                    <a:lnTo>
                      <a:pt x="65087" y="104775"/>
                    </a:lnTo>
                    <a:lnTo>
                      <a:pt x="88900" y="168275"/>
                    </a:lnTo>
                    <a:lnTo>
                      <a:pt x="106362" y="247650"/>
                    </a:lnTo>
                    <a:lnTo>
                      <a:pt x="120650" y="342900"/>
                    </a:lnTo>
                    <a:lnTo>
                      <a:pt x="117475" y="400050"/>
                    </a:lnTo>
                    <a:lnTo>
                      <a:pt x="109537" y="488950"/>
                    </a:lnTo>
                    <a:lnTo>
                      <a:pt x="106362" y="527050"/>
                    </a:lnTo>
                    <a:lnTo>
                      <a:pt x="106362" y="527050"/>
                    </a:lnTo>
                    <a:lnTo>
                      <a:pt x="508000" y="5461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Овал 39">
                <a:extLst>
                  <a:ext uri="{FF2B5EF4-FFF2-40B4-BE49-F238E27FC236}">
                    <a16:creationId xmlns:a16="http://schemas.microsoft.com/office/drawing/2014/main" id="{A9A22D75-819B-4914-A95E-1C15C895759B}"/>
                  </a:ext>
                </a:extLst>
              </p:cNvPr>
              <p:cNvSpPr/>
              <p:nvPr/>
            </p:nvSpPr>
            <p:spPr>
              <a:xfrm rot="20483490">
                <a:off x="7780833" y="3998532"/>
                <a:ext cx="84137" cy="1746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Полилиния: фигура 41">
                <a:extLst>
                  <a:ext uri="{FF2B5EF4-FFF2-40B4-BE49-F238E27FC236}">
                    <a16:creationId xmlns:a16="http://schemas.microsoft.com/office/drawing/2014/main" id="{98D505A5-72BA-D441-0C43-7F3E7BD213A8}"/>
                  </a:ext>
                </a:extLst>
              </p:cNvPr>
              <p:cNvSpPr/>
              <p:nvPr/>
            </p:nvSpPr>
            <p:spPr>
              <a:xfrm>
                <a:off x="7272684" y="3561569"/>
                <a:ext cx="119920" cy="289449"/>
              </a:xfrm>
              <a:custGeom>
                <a:avLst/>
                <a:gdLst>
                  <a:gd name="csX0" fmla="*/ 149 w 119920"/>
                  <a:gd name="csY0" fmla="*/ 401 h 289449"/>
                  <a:gd name="csX1" fmla="*/ 38249 w 119920"/>
                  <a:gd name="csY1" fmla="*/ 48026 h 289449"/>
                  <a:gd name="csX2" fmla="*/ 82699 w 119920"/>
                  <a:gd name="csY2" fmla="*/ 130576 h 289449"/>
                  <a:gd name="csX3" fmla="*/ 109687 w 119920"/>
                  <a:gd name="csY3" fmla="*/ 224238 h 289449"/>
                  <a:gd name="csX4" fmla="*/ 119212 w 119920"/>
                  <a:gd name="csY4" fmla="*/ 281388 h 289449"/>
                  <a:gd name="csX5" fmla="*/ 117624 w 119920"/>
                  <a:gd name="csY5" fmla="*/ 281388 h 289449"/>
                  <a:gd name="csX6" fmla="*/ 104924 w 119920"/>
                  <a:gd name="csY6" fmla="*/ 209951 h 289449"/>
                  <a:gd name="csX7" fmla="*/ 93812 w 119920"/>
                  <a:gd name="csY7" fmla="*/ 154388 h 289449"/>
                  <a:gd name="csX8" fmla="*/ 52537 w 119920"/>
                  <a:gd name="csY8" fmla="*/ 73426 h 289449"/>
                  <a:gd name="csX9" fmla="*/ 149 w 119920"/>
                  <a:gd name="csY9" fmla="*/ 401 h 289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9920" h="289449">
                    <a:moveTo>
                      <a:pt x="149" y="401"/>
                    </a:moveTo>
                    <a:cubicBezTo>
                      <a:pt x="-2232" y="-3832"/>
                      <a:pt x="24491" y="26330"/>
                      <a:pt x="38249" y="48026"/>
                    </a:cubicBezTo>
                    <a:cubicBezTo>
                      <a:pt x="52007" y="69722"/>
                      <a:pt x="70793" y="101207"/>
                      <a:pt x="82699" y="130576"/>
                    </a:cubicBezTo>
                    <a:cubicBezTo>
                      <a:pt x="94605" y="159945"/>
                      <a:pt x="103602" y="199103"/>
                      <a:pt x="109687" y="224238"/>
                    </a:cubicBezTo>
                    <a:cubicBezTo>
                      <a:pt x="115773" y="249373"/>
                      <a:pt x="117889" y="271863"/>
                      <a:pt x="119212" y="281388"/>
                    </a:cubicBezTo>
                    <a:cubicBezTo>
                      <a:pt x="120535" y="290913"/>
                      <a:pt x="120005" y="293294"/>
                      <a:pt x="117624" y="281388"/>
                    </a:cubicBezTo>
                    <a:cubicBezTo>
                      <a:pt x="115243" y="269482"/>
                      <a:pt x="108893" y="231118"/>
                      <a:pt x="104924" y="209951"/>
                    </a:cubicBezTo>
                    <a:cubicBezTo>
                      <a:pt x="100955" y="188784"/>
                      <a:pt x="102543" y="177142"/>
                      <a:pt x="93812" y="154388"/>
                    </a:cubicBezTo>
                    <a:cubicBezTo>
                      <a:pt x="85081" y="131634"/>
                      <a:pt x="66824" y="97768"/>
                      <a:pt x="52537" y="73426"/>
                    </a:cubicBezTo>
                    <a:cubicBezTo>
                      <a:pt x="38250" y="49084"/>
                      <a:pt x="2530" y="4634"/>
                      <a:pt x="149" y="401"/>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4" name="Полилиния: фигура 43">
                <a:extLst>
                  <a:ext uri="{FF2B5EF4-FFF2-40B4-BE49-F238E27FC236}">
                    <a16:creationId xmlns:a16="http://schemas.microsoft.com/office/drawing/2014/main" id="{636458F5-DB3B-EFFC-E39A-7345CD1E0538}"/>
                  </a:ext>
                </a:extLst>
              </p:cNvPr>
              <p:cNvSpPr/>
              <p:nvPr/>
            </p:nvSpPr>
            <p:spPr>
              <a:xfrm>
                <a:off x="5290046" y="4162045"/>
                <a:ext cx="603249" cy="594254"/>
              </a:xfrm>
              <a:custGeom>
                <a:avLst/>
                <a:gdLst>
                  <a:gd name="csX0" fmla="*/ 158750 w 588433"/>
                  <a:gd name="csY0" fmla="*/ 0 h 588434"/>
                  <a:gd name="csX1" fmla="*/ 0 w 588433"/>
                  <a:gd name="csY1" fmla="*/ 131234 h 588434"/>
                  <a:gd name="csX2" fmla="*/ 103716 w 588433"/>
                  <a:gd name="csY2" fmla="*/ 124884 h 588434"/>
                  <a:gd name="csX3" fmla="*/ 14816 w 588433"/>
                  <a:gd name="csY3" fmla="*/ 289984 h 588434"/>
                  <a:gd name="csX4" fmla="*/ 74083 w 588433"/>
                  <a:gd name="csY4" fmla="*/ 298450 h 588434"/>
                  <a:gd name="csX5" fmla="*/ 74083 w 588433"/>
                  <a:gd name="csY5" fmla="*/ 338667 h 588434"/>
                  <a:gd name="csX6" fmla="*/ 198966 w 588433"/>
                  <a:gd name="csY6" fmla="*/ 359834 h 588434"/>
                  <a:gd name="csX7" fmla="*/ 137583 w 588433"/>
                  <a:gd name="csY7" fmla="*/ 452967 h 588434"/>
                  <a:gd name="csX8" fmla="*/ 127000 w 588433"/>
                  <a:gd name="csY8" fmla="*/ 484717 h 588434"/>
                  <a:gd name="csX9" fmla="*/ 201083 w 588433"/>
                  <a:gd name="csY9" fmla="*/ 488950 h 588434"/>
                  <a:gd name="csX10" fmla="*/ 287866 w 588433"/>
                  <a:gd name="csY10" fmla="*/ 444500 h 588434"/>
                  <a:gd name="csX11" fmla="*/ 254000 w 588433"/>
                  <a:gd name="csY11" fmla="*/ 546100 h 588434"/>
                  <a:gd name="csX12" fmla="*/ 351366 w 588433"/>
                  <a:gd name="csY12" fmla="*/ 512234 h 588434"/>
                  <a:gd name="csX13" fmla="*/ 361950 w 588433"/>
                  <a:gd name="csY13" fmla="*/ 550334 h 588434"/>
                  <a:gd name="csX14" fmla="*/ 410633 w 588433"/>
                  <a:gd name="csY14" fmla="*/ 552450 h 588434"/>
                  <a:gd name="csX15" fmla="*/ 395816 w 588433"/>
                  <a:gd name="csY15" fmla="*/ 588434 h 588434"/>
                  <a:gd name="csX16" fmla="*/ 588433 w 588433"/>
                  <a:gd name="csY16" fmla="*/ 429684 h 588434"/>
                  <a:gd name="csX17" fmla="*/ 158750 w 588433"/>
                  <a:gd name="csY17" fmla="*/ 0 h 5884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588433" h="588434">
                    <a:moveTo>
                      <a:pt x="158750" y="0"/>
                    </a:moveTo>
                    <a:lnTo>
                      <a:pt x="0" y="131234"/>
                    </a:lnTo>
                    <a:lnTo>
                      <a:pt x="103716" y="124884"/>
                    </a:lnTo>
                    <a:lnTo>
                      <a:pt x="14816" y="289984"/>
                    </a:lnTo>
                    <a:lnTo>
                      <a:pt x="74083" y="298450"/>
                    </a:lnTo>
                    <a:lnTo>
                      <a:pt x="74083" y="338667"/>
                    </a:lnTo>
                    <a:lnTo>
                      <a:pt x="198966" y="359834"/>
                    </a:lnTo>
                    <a:lnTo>
                      <a:pt x="137583" y="452967"/>
                    </a:lnTo>
                    <a:lnTo>
                      <a:pt x="127000" y="484717"/>
                    </a:lnTo>
                    <a:lnTo>
                      <a:pt x="201083" y="488950"/>
                    </a:lnTo>
                    <a:lnTo>
                      <a:pt x="287866" y="444500"/>
                    </a:lnTo>
                    <a:lnTo>
                      <a:pt x="254000" y="546100"/>
                    </a:lnTo>
                    <a:lnTo>
                      <a:pt x="351366" y="512234"/>
                    </a:lnTo>
                    <a:lnTo>
                      <a:pt x="361950" y="550334"/>
                    </a:lnTo>
                    <a:lnTo>
                      <a:pt x="410633" y="552450"/>
                    </a:lnTo>
                    <a:lnTo>
                      <a:pt x="395816" y="588434"/>
                    </a:lnTo>
                    <a:lnTo>
                      <a:pt x="588433" y="429684"/>
                    </a:lnTo>
                    <a:lnTo>
                      <a:pt x="15875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grpSp>
        <p:sp>
          <p:nvSpPr>
            <p:cNvPr id="57" name="Прямоугольник 56">
              <a:extLst>
                <a:ext uri="{FF2B5EF4-FFF2-40B4-BE49-F238E27FC236}">
                  <a16:creationId xmlns:a16="http://schemas.microsoft.com/office/drawing/2014/main" id="{FF659EB7-96EC-1E5D-1132-62DAF1BDB87F}"/>
                </a:ext>
              </a:extLst>
            </p:cNvPr>
            <p:cNvSpPr/>
            <p:nvPr/>
          </p:nvSpPr>
          <p:spPr>
            <a:xfrm rot="13496066" flipH="1" flipV="1">
              <a:off x="5847128" y="3343492"/>
              <a:ext cx="663907" cy="58750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1" name="Прямоугольник 60">
              <a:extLst>
                <a:ext uri="{FF2B5EF4-FFF2-40B4-BE49-F238E27FC236}">
                  <a16:creationId xmlns:a16="http://schemas.microsoft.com/office/drawing/2014/main" id="{22FA7CB5-8766-9024-9431-EA640CADC804}"/>
                </a:ext>
              </a:extLst>
            </p:cNvPr>
            <p:cNvSpPr/>
            <p:nvPr/>
          </p:nvSpPr>
          <p:spPr>
            <a:xfrm rot="13496066" flipH="1" flipV="1">
              <a:off x="5019272" y="3551708"/>
              <a:ext cx="1376588" cy="168924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3" name="Прямоугольник 62">
              <a:extLst>
                <a:ext uri="{FF2B5EF4-FFF2-40B4-BE49-F238E27FC236}">
                  <a16:creationId xmlns:a16="http://schemas.microsoft.com/office/drawing/2014/main" id="{DD546E59-35B6-CDA1-EA22-3F9186CAB690}"/>
                </a:ext>
              </a:extLst>
            </p:cNvPr>
            <p:cNvSpPr/>
            <p:nvPr/>
          </p:nvSpPr>
          <p:spPr>
            <a:xfrm rot="11049894" flipH="1" flipV="1">
              <a:off x="5352646" y="4752680"/>
              <a:ext cx="1376588" cy="81114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grpSp>
      <p:sp>
        <p:nvSpPr>
          <p:cNvPr id="2" name="Заголовок 1">
            <a:extLst>
              <a:ext uri="{FF2B5EF4-FFF2-40B4-BE49-F238E27FC236}">
                <a16:creationId xmlns:a16="http://schemas.microsoft.com/office/drawing/2014/main" id="{A666A975-039F-A98C-F1C3-C94047FCE515}"/>
              </a:ext>
            </a:extLst>
          </p:cNvPr>
          <p:cNvSpPr>
            <a:spLocks noGrp="1"/>
          </p:cNvSpPr>
          <p:nvPr>
            <p:ph type="ctrTitle"/>
          </p:nvPr>
        </p:nvSpPr>
        <p:spPr>
          <a:xfrm>
            <a:off x="1004887" y="9695401"/>
            <a:ext cx="8109585" cy="3261996"/>
          </a:xfrm>
        </p:spPr>
        <p:txBody>
          <a:bodyPr rtlCol="0"/>
          <a:lstStyle>
            <a:defPPr>
              <a:defRPr lang="ru-RU"/>
            </a:defPPr>
          </a:lstStyle>
          <a:p>
            <a:pPr rtl="0"/>
            <a:r>
              <a:rPr lang="ru-RU" sz="10000" dirty="0"/>
              <a:t>БУДУЩЕЕ ЗА НАМИ</a:t>
            </a:r>
          </a:p>
        </p:txBody>
      </p:sp>
      <p:sp>
        <p:nvSpPr>
          <p:cNvPr id="3" name="Подзаголовок 2">
            <a:extLst>
              <a:ext uri="{FF2B5EF4-FFF2-40B4-BE49-F238E27FC236}">
                <a16:creationId xmlns:a16="http://schemas.microsoft.com/office/drawing/2014/main" id="{412EB49F-481E-9326-B8F5-F5419D6EC3C6}"/>
              </a:ext>
            </a:extLst>
          </p:cNvPr>
          <p:cNvSpPr>
            <a:spLocks noGrp="1"/>
          </p:cNvSpPr>
          <p:nvPr>
            <p:ph type="subTitle" idx="1"/>
          </p:nvPr>
        </p:nvSpPr>
        <p:spPr>
          <a:xfrm>
            <a:off x="421750" y="13274145"/>
            <a:ext cx="9275860" cy="1588981"/>
          </a:xfrm>
        </p:spPr>
        <p:txBody>
          <a:bodyPr rtlCol="0">
            <a:noAutofit/>
          </a:bodyPr>
          <a:lstStyle>
            <a:defPPr>
              <a:defRPr lang="ru-RU"/>
            </a:defPPr>
          </a:lstStyle>
          <a:p>
            <a:pPr rtl="0"/>
            <a:r>
              <a:rPr lang="ru-RU" sz="1200" dirty="0"/>
              <a:t> </a:t>
            </a:r>
          </a:p>
        </p:txBody>
      </p:sp>
    </p:spTree>
    <p:extLst>
      <p:ext uri="{BB962C8B-B14F-4D97-AF65-F5344CB8AC3E}">
        <p14:creationId xmlns:p14="http://schemas.microsoft.com/office/powerpoint/2010/main" val="417828280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theme/theme1.xml><?xml version="1.0" encoding="utf-8"?>
<a:theme xmlns:a="http://schemas.openxmlformats.org/drawingml/2006/main" name="Тема Office">
  <a:themeElements>
    <a:clrScheme name="Supportive 01">
      <a:dk1>
        <a:sysClr val="windowText" lastClr="000000"/>
      </a:dk1>
      <a:lt1>
        <a:sysClr val="window" lastClr="FFFFFF"/>
      </a:lt1>
      <a:dk2>
        <a:srgbClr val="44546A"/>
      </a:dk2>
      <a:lt2>
        <a:srgbClr val="808080"/>
      </a:lt2>
      <a:accent1>
        <a:srgbClr val="ED1C24"/>
      </a:accent1>
      <a:accent2>
        <a:srgbClr val="ED7D31"/>
      </a:accent2>
      <a:accent3>
        <a:srgbClr val="1A1A1A"/>
      </a:accent3>
      <a:accent4>
        <a:srgbClr val="FFC000"/>
      </a:accent4>
      <a:accent5>
        <a:srgbClr val="5B9BD5"/>
      </a:accent5>
      <a:accent6>
        <a:srgbClr val="70AD47"/>
      </a:accent6>
      <a:hlink>
        <a:srgbClr val="FFFFFF"/>
      </a:hlink>
      <a:folHlink>
        <a:srgbClr val="FFFFFF"/>
      </a:folHlink>
    </a:clrScheme>
    <a:fontScheme name="Supportive 01">
      <a:majorFont>
        <a:latin typeface="Verdana"/>
        <a:ea typeface=""/>
        <a:cs typeface=""/>
      </a:majorFont>
      <a:minorFont>
        <a:latin typeface="Palatino Linotyp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22888552_win32_fixed" id="{634CE73B-C280-427F-B843-E4A8E8CBF3EF}" vid="{AC453756-D2B0-4A91-8C4B-F025294654CD}"/>
    </a:ext>
  </a:extLst>
</a:theme>
</file>

<file path=ppt/theme/theme2.xml><?xml version="1.0" encoding="utf-8"?>
<a:theme xmlns:a="http://schemas.openxmlformats.org/drawingml/2006/main" name="Тема 1_Office">
  <a:themeElements>
    <a:clrScheme name="Supportive 02">
      <a:dk1>
        <a:sysClr val="windowText" lastClr="000000"/>
      </a:dk1>
      <a:lt1>
        <a:sysClr val="window" lastClr="FFFFFF"/>
      </a:lt1>
      <a:dk2>
        <a:srgbClr val="4C0064"/>
      </a:dk2>
      <a:lt2>
        <a:srgbClr val="29ABE2"/>
      </a:lt2>
      <a:accent1>
        <a:srgbClr val="39B54A"/>
      </a:accent1>
      <a:accent2>
        <a:srgbClr val="ED1C24"/>
      </a:accent2>
      <a:accent3>
        <a:srgbClr val="F7931E"/>
      </a:accent3>
      <a:accent4>
        <a:srgbClr val="FCEE00"/>
      </a:accent4>
      <a:accent5>
        <a:srgbClr val="0071BC"/>
      </a:accent5>
      <a:accent6>
        <a:srgbClr val="39B54A"/>
      </a:accent6>
      <a:hlink>
        <a:srgbClr val="FFFFFF"/>
      </a:hlink>
      <a:folHlink>
        <a:srgbClr val="FFFFFF"/>
      </a:folHlink>
    </a:clrScheme>
    <a:fontScheme name="Custom 21">
      <a:majorFont>
        <a:latin typeface="Calibri"/>
        <a:ea typeface=""/>
        <a:cs typeface="Calibri"/>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22888552_win32_fixed" id="{634CE73B-C280-427F-B843-E4A8E8CBF3EF}" vid="{6CE36F81-86A8-4F45-9191-648EE6D535FF}"/>
    </a:ext>
  </a:extLst>
</a:theme>
</file>

<file path=ppt/theme/theme3.xml><?xml version="1.0" encoding="utf-8"?>
<a:theme xmlns:a="http://schemas.openxmlformats.org/drawingml/2006/main" name="2_Тема Office">
  <a:themeElements>
    <a:clrScheme name="Supportive 03">
      <a:dk1>
        <a:sysClr val="windowText" lastClr="000000"/>
      </a:dk1>
      <a:lt1>
        <a:sysClr val="window" lastClr="FFFFFF"/>
      </a:lt1>
      <a:dk2>
        <a:srgbClr val="999999"/>
      </a:dk2>
      <a:lt2>
        <a:srgbClr val="FCEE00"/>
      </a:lt2>
      <a:accent1>
        <a:srgbClr val="ED1C24"/>
      </a:accent1>
      <a:accent2>
        <a:srgbClr val="0071BC"/>
      </a:accent2>
      <a:accent3>
        <a:srgbClr val="1A1A1A"/>
      </a:accent3>
      <a:accent4>
        <a:srgbClr val="F7931E"/>
      </a:accent4>
      <a:accent5>
        <a:srgbClr val="5B9BD5"/>
      </a:accent5>
      <a:accent6>
        <a:srgbClr val="70AD47"/>
      </a:accent6>
      <a:hlink>
        <a:srgbClr val="FFFFFF"/>
      </a:hlink>
      <a:folHlink>
        <a:srgbClr val="FFFFFF"/>
      </a:folHlink>
    </a:clrScheme>
    <a:fontScheme name="Custom 22">
      <a:majorFont>
        <a:latin typeface="Calibri"/>
        <a:ea typeface=""/>
        <a:cs typeface="Calibri"/>
      </a:majorFont>
      <a:minorFont>
        <a:latin typeface="Times New Roman"/>
        <a:ea typeface=""/>
        <a:cs typeface="Times New Roma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22888552_win32_fixed" id="{634CE73B-C280-427F-B843-E4A8E8CBF3EF}" vid="{0CB82194-13AB-4C03-9D3A-B37774F83869}"/>
    </a:ext>
  </a:extLst>
</a:theme>
</file>

<file path=ppt/theme/theme4.xml><?xml version="1.0" encoding="utf-8"?>
<a:theme xmlns:a="http://schemas.openxmlformats.org/drawingml/2006/main" name="3_Тема Office">
  <a:themeElements>
    <a:clrScheme name="Supportive 04">
      <a:dk1>
        <a:sysClr val="windowText" lastClr="000000"/>
      </a:dk1>
      <a:lt1>
        <a:sysClr val="window" lastClr="FFFFFF"/>
      </a:lt1>
      <a:dk2>
        <a:srgbClr val="00155A"/>
      </a:dk2>
      <a:lt2>
        <a:srgbClr val="FCEE00"/>
      </a:lt2>
      <a:accent1>
        <a:srgbClr val="ED1C24"/>
      </a:accent1>
      <a:accent2>
        <a:srgbClr val="0071BC"/>
      </a:accent2>
      <a:accent3>
        <a:srgbClr val="1A1A1A"/>
      </a:accent3>
      <a:accent4>
        <a:srgbClr val="F7931E"/>
      </a:accent4>
      <a:accent5>
        <a:srgbClr val="29ABE2"/>
      </a:accent5>
      <a:accent6>
        <a:srgbClr val="39B54A"/>
      </a:accent6>
      <a:hlink>
        <a:srgbClr val="FFFFFF"/>
      </a:hlink>
      <a:folHlink>
        <a:srgbClr val="FFFFFF"/>
      </a:folHlink>
    </a:clrScheme>
    <a:fontScheme name="Custom 23">
      <a:majorFont>
        <a:latin typeface="Cavolini"/>
        <a:ea typeface=""/>
        <a:cs typeface=""/>
      </a:majorFont>
      <a:minorFont>
        <a:latin typeface="Segoe Scrip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22888552_win32_fixed" id="{634CE73B-C280-427F-B843-E4A8E8CBF3EF}" vid="{95E0D85C-8679-4BE0-BF08-C084B0EF48BF}"/>
    </a:ext>
  </a:extLst>
</a:theme>
</file>

<file path=ppt/theme/theme5.xml><?xml version="1.0" encoding="utf-8"?>
<a:theme xmlns:a="http://schemas.openxmlformats.org/drawingml/2006/main" name="4_Тема Office">
  <a:themeElements>
    <a:clrScheme name="Supportive 05">
      <a:dk1>
        <a:sysClr val="windowText" lastClr="000000"/>
      </a:dk1>
      <a:lt1>
        <a:sysClr val="window" lastClr="FFFFFF"/>
      </a:lt1>
      <a:dk2>
        <a:srgbClr val="00155A"/>
      </a:dk2>
      <a:lt2>
        <a:srgbClr val="FCEE00"/>
      </a:lt2>
      <a:accent1>
        <a:srgbClr val="C1272D"/>
      </a:accent1>
      <a:accent2>
        <a:srgbClr val="0071BC"/>
      </a:accent2>
      <a:accent3>
        <a:srgbClr val="4D4D4D"/>
      </a:accent3>
      <a:accent4>
        <a:srgbClr val="F7931E"/>
      </a:accent4>
      <a:accent5>
        <a:srgbClr val="29ABE2"/>
      </a:accent5>
      <a:accent6>
        <a:srgbClr val="39B54A"/>
      </a:accent6>
      <a:hlink>
        <a:srgbClr val="FFFFFF"/>
      </a:hlink>
      <a:folHlink>
        <a:srgbClr val="FFFFFF"/>
      </a:folHlink>
    </a:clrScheme>
    <a:fontScheme name="Supportive 05">
      <a:majorFont>
        <a:latin typeface="Times New Roman"/>
        <a:ea typeface=""/>
        <a:cs typeface="Times New Roman"/>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22888552_win32_fixed" id="{634CE73B-C280-427F-B843-E4A8E8CBF3EF}" vid="{474C421B-3295-4D71-A926-AAD03B1D8A1B}"/>
    </a:ext>
  </a:extLst>
</a:theme>
</file>

<file path=ppt/theme/theme6.xml><?xml version="1.0" encoding="utf-8"?>
<a:theme xmlns:a="http://schemas.openxmlformats.org/drawingml/2006/main" name="5_Тема Office">
  <a:themeElements>
    <a:clrScheme name="Supportive 06">
      <a:dk1>
        <a:sysClr val="windowText" lastClr="000000"/>
      </a:dk1>
      <a:lt1>
        <a:sysClr val="window" lastClr="FFFFFF"/>
      </a:lt1>
      <a:dk2>
        <a:srgbClr val="999999"/>
      </a:dk2>
      <a:lt2>
        <a:srgbClr val="FCEE00"/>
      </a:lt2>
      <a:accent1>
        <a:srgbClr val="C1272D"/>
      </a:accent1>
      <a:accent2>
        <a:srgbClr val="0071BC"/>
      </a:accent2>
      <a:accent3>
        <a:srgbClr val="93278F"/>
      </a:accent3>
      <a:accent4>
        <a:srgbClr val="F15A24"/>
      </a:accent4>
      <a:accent5>
        <a:srgbClr val="29ABE2"/>
      </a:accent5>
      <a:accent6>
        <a:srgbClr val="39B54A"/>
      </a:accent6>
      <a:hlink>
        <a:srgbClr val="FFFFFF"/>
      </a:hlink>
      <a:folHlink>
        <a:srgbClr val="FFFFFF"/>
      </a:folHlink>
    </a:clrScheme>
    <a:fontScheme name="Supportive 06">
      <a:majorFont>
        <a:latin typeface="Calibri"/>
        <a:ea typeface=""/>
        <a:cs typeface="Calibri"/>
      </a:majorFont>
      <a:minorFont>
        <a:latin typeface="Times New Roman"/>
        <a:ea typeface=""/>
        <a:cs typeface="Times New Roma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22888552_win32_fixed" id="{634CE73B-C280-427F-B843-E4A8E8CBF3EF}" vid="{95AA0FD3-934B-4C89-B852-FEF61C352E41}"/>
    </a:ext>
  </a:extLst>
</a:theme>
</file>

<file path=ppt/theme/theme7.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62D5677-7DA5-4FB5-96BE-F580C1E8637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FEE8C53-CB00-43AD-8742-0938AA1B6D66}">
  <ds:schemaRefs>
    <ds:schemaRef ds:uri="http://schemas.microsoft.com/sharepoint/v3/contenttype/forms"/>
  </ds:schemaRefs>
</ds:datastoreItem>
</file>

<file path=customXml/itemProps3.xml><?xml version="1.0" encoding="utf-8"?>
<ds:datastoreItem xmlns:ds="http://schemas.openxmlformats.org/officeDocument/2006/customXml" ds:itemID="{13849AC4-2BA2-4A86-883D-AFEB4DD4B21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
  <TotalTime>435</TotalTime>
  <Words>301</Words>
  <Application>Microsoft Office PowerPoint</Application>
  <PresentationFormat>Произвольный</PresentationFormat>
  <Paragraphs>97</Paragraphs>
  <Slides>8</Slides>
  <Notes>3</Notes>
  <HiddenSlides>0</HiddenSlides>
  <MMClips>1</MMClips>
  <ScaleCrop>false</ScaleCrop>
  <HeadingPairs>
    <vt:vector size="6" baseType="variant">
      <vt:variant>
        <vt:lpstr>Использованные шрифты</vt:lpstr>
      </vt:variant>
      <vt:variant>
        <vt:i4>7</vt:i4>
      </vt:variant>
      <vt:variant>
        <vt:lpstr>Тема</vt:lpstr>
      </vt:variant>
      <vt:variant>
        <vt:i4>6</vt:i4>
      </vt:variant>
      <vt:variant>
        <vt:lpstr>Заголовки слайдов</vt:lpstr>
      </vt:variant>
      <vt:variant>
        <vt:i4>8</vt:i4>
      </vt:variant>
    </vt:vector>
  </HeadingPairs>
  <TitlesOfParts>
    <vt:vector size="21" baseType="lpstr">
      <vt:lpstr>Arial</vt:lpstr>
      <vt:lpstr>Calibri</vt:lpstr>
      <vt:lpstr>Cavolini</vt:lpstr>
      <vt:lpstr>Palatino Linotype</vt:lpstr>
      <vt:lpstr>Segoe Script</vt:lpstr>
      <vt:lpstr>Times New Roman</vt:lpstr>
      <vt:lpstr>Verdana</vt:lpstr>
      <vt:lpstr>Тема Office</vt:lpstr>
      <vt:lpstr>Тема 1_Office</vt:lpstr>
      <vt:lpstr>2_Тема Office</vt:lpstr>
      <vt:lpstr>3_Тема Office</vt:lpstr>
      <vt:lpstr>4_Тема Office</vt:lpstr>
      <vt:lpstr>5_Тема Office</vt:lpstr>
      <vt:lpstr>ЛИЧНОЕ ДЕЛО</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БУДУЩЕЕ ЗА НАМИ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Somik</dc:creator>
  <cp:lastModifiedBy>Somik Fish</cp:lastModifiedBy>
  <cp:revision>3</cp:revision>
  <dcterms:created xsi:type="dcterms:W3CDTF">2026-09-23T12:12:52Z</dcterms:created>
  <dcterms:modified xsi:type="dcterms:W3CDTF">2026-09-23T19:30:24Z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